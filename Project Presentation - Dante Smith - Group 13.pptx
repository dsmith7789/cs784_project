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67" r:id="rId3"/>
    <p:sldId id="257" r:id="rId4"/>
    <p:sldId id="268" r:id="rId5"/>
    <p:sldId id="269" r:id="rId6"/>
    <p:sldId id="258" r:id="rId7"/>
    <p:sldId id="270" r:id="rId8"/>
    <p:sldId id="263" r:id="rId9"/>
    <p:sldId id="264" r:id="rId10"/>
    <p:sldId id="265" r:id="rId11"/>
    <p:sldId id="259" r:id="rId12"/>
    <p:sldId id="262" r:id="rId13"/>
    <p:sldId id="266" r:id="rId14"/>
    <p:sldId id="275" r:id="rId15"/>
    <p:sldId id="271" r:id="rId16"/>
    <p:sldId id="272" r:id="rId17"/>
    <p:sldId id="273" r:id="rId18"/>
    <p:sldId id="274" r:id="rId19"/>
    <p:sldId id="280" r:id="rId20"/>
    <p:sldId id="276" r:id="rId21"/>
    <p:sldId id="277" r:id="rId22"/>
    <p:sldId id="260" r:id="rId23"/>
    <p:sldId id="278" r:id="rId24"/>
    <p:sldId id="261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BD7E3-9BDA-46E0-AD77-C9A5BE7CA305}" v="120" dt="2023-05-07T19:21:29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100" d="100"/>
          <a:sy n="100" d="100"/>
        </p:scale>
        <p:origin x="25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te Smith" userId="bdf5ebe96f55e70a" providerId="LiveId" clId="{179BD7E3-9BDA-46E0-AD77-C9A5BE7CA305}"/>
    <pc:docChg chg="undo redo custSel addSld delSld modSld sldOrd">
      <pc:chgData name="Dante Smith" userId="bdf5ebe96f55e70a" providerId="LiveId" clId="{179BD7E3-9BDA-46E0-AD77-C9A5BE7CA305}" dt="2023-05-07T19:21:33.200" v="8213" actId="1076"/>
      <pc:docMkLst>
        <pc:docMk/>
      </pc:docMkLst>
      <pc:sldChg chg="addSp delSp modSp mod modMedia setBg delAnim setClrOvrMap">
        <pc:chgData name="Dante Smith" userId="bdf5ebe96f55e70a" providerId="LiveId" clId="{179BD7E3-9BDA-46E0-AD77-C9A5BE7CA305}" dt="2023-05-02T10:03:45.957" v="7193"/>
        <pc:sldMkLst>
          <pc:docMk/>
          <pc:sldMk cId="2819420115" sldId="256"/>
        </pc:sldMkLst>
        <pc:spChg chg="mod">
          <ac:chgData name="Dante Smith" userId="bdf5ebe96f55e70a" providerId="LiveId" clId="{179BD7E3-9BDA-46E0-AD77-C9A5BE7CA305}" dt="2023-05-02T09:56:09.730" v="7126" actId="1076"/>
          <ac:spMkLst>
            <pc:docMk/>
            <pc:sldMk cId="2819420115" sldId="256"/>
            <ac:spMk id="2" creationId="{DB961065-397F-8DAC-5115-19297FBCF09B}"/>
          </ac:spMkLst>
        </pc:spChg>
        <pc:spChg chg="mod">
          <ac:chgData name="Dante Smith" userId="bdf5ebe96f55e70a" providerId="LiveId" clId="{179BD7E3-9BDA-46E0-AD77-C9A5BE7CA305}" dt="2023-05-02T09:56:10.349" v="7127" actId="1076"/>
          <ac:spMkLst>
            <pc:docMk/>
            <pc:sldMk cId="2819420115" sldId="256"/>
            <ac:spMk id="3" creationId="{99C5659A-E5DB-0ED9-115F-B4E5A1A6AE49}"/>
          </ac:spMkLst>
        </pc:spChg>
        <pc:spChg chg="add del">
          <ac:chgData name="Dante Smith" userId="bdf5ebe96f55e70a" providerId="LiveId" clId="{179BD7E3-9BDA-46E0-AD77-C9A5BE7CA305}" dt="2023-05-02T09:38:30.841" v="7017" actId="26606"/>
          <ac:spMkLst>
            <pc:docMk/>
            <pc:sldMk cId="2819420115" sldId="256"/>
            <ac:spMk id="8" creationId="{787F4F1C-8D3D-4EC1-B72D-A0470A5A08B8}"/>
          </ac:spMkLst>
        </pc:spChg>
        <pc:spChg chg="add del">
          <ac:chgData name="Dante Smith" userId="bdf5ebe96f55e70a" providerId="LiveId" clId="{179BD7E3-9BDA-46E0-AD77-C9A5BE7CA305}" dt="2023-05-02T09:37:07.907" v="7006" actId="26606"/>
          <ac:spMkLst>
            <pc:docMk/>
            <pc:sldMk cId="2819420115" sldId="256"/>
            <ac:spMk id="22" creationId="{0671A8AE-40A1-4631-A6B8-581AFF065482}"/>
          </ac:spMkLst>
        </pc:spChg>
        <pc:spChg chg="add del">
          <ac:chgData name="Dante Smith" userId="bdf5ebe96f55e70a" providerId="LiveId" clId="{179BD7E3-9BDA-46E0-AD77-C9A5BE7CA305}" dt="2023-05-02T09:37:07.907" v="7006" actId="26606"/>
          <ac:spMkLst>
            <pc:docMk/>
            <pc:sldMk cId="2819420115" sldId="256"/>
            <ac:spMk id="24" creationId="{AB58EF07-17C2-48CF-ABB0-EEF1F17CB8F0}"/>
          </ac:spMkLst>
        </pc:spChg>
        <pc:spChg chg="add del">
          <ac:chgData name="Dante Smith" userId="bdf5ebe96f55e70a" providerId="LiveId" clId="{179BD7E3-9BDA-46E0-AD77-C9A5BE7CA305}" dt="2023-05-02T09:37:07.907" v="7006" actId="26606"/>
          <ac:spMkLst>
            <pc:docMk/>
            <pc:sldMk cId="2819420115" sldId="256"/>
            <ac:spMk id="26" creationId="{AF2F604E-43BE-4DC3-B983-E071523364F8}"/>
          </ac:spMkLst>
        </pc:spChg>
        <pc:spChg chg="add del">
          <ac:chgData name="Dante Smith" userId="bdf5ebe96f55e70a" providerId="LiveId" clId="{179BD7E3-9BDA-46E0-AD77-C9A5BE7CA305}" dt="2023-05-02T09:37:07.907" v="7006" actId="26606"/>
          <ac:spMkLst>
            <pc:docMk/>
            <pc:sldMk cId="2819420115" sldId="256"/>
            <ac:spMk id="28" creationId="{08C9B587-E65E-4B52-B37C-ABEBB6E87928}"/>
          </ac:spMkLst>
        </pc:spChg>
        <pc:spChg chg="add del">
          <ac:chgData name="Dante Smith" userId="bdf5ebe96f55e70a" providerId="LiveId" clId="{179BD7E3-9BDA-46E0-AD77-C9A5BE7CA305}" dt="2023-05-02T09:37:18.692" v="7010" actId="26606"/>
          <ac:spMkLst>
            <pc:docMk/>
            <pc:sldMk cId="2819420115" sldId="256"/>
            <ac:spMk id="30" creationId="{6F828D28-8E09-41CC-8229-3070B5467A96}"/>
          </ac:spMkLst>
        </pc:spChg>
        <pc:spChg chg="add del">
          <ac:chgData name="Dante Smith" userId="bdf5ebe96f55e70a" providerId="LiveId" clId="{179BD7E3-9BDA-46E0-AD77-C9A5BE7CA305}" dt="2023-05-02T09:37:18.692" v="7010" actId="26606"/>
          <ac:spMkLst>
            <pc:docMk/>
            <pc:sldMk cId="2819420115" sldId="256"/>
            <ac:spMk id="32" creationId="{D5B012D8-7F27-4758-9AC6-C889B154BD73}"/>
          </ac:spMkLst>
        </pc:spChg>
        <pc:spChg chg="add del">
          <ac:chgData name="Dante Smith" userId="bdf5ebe96f55e70a" providerId="LiveId" clId="{179BD7E3-9BDA-46E0-AD77-C9A5BE7CA305}" dt="2023-05-02T09:37:18.692" v="7010" actId="26606"/>
          <ac:spMkLst>
            <pc:docMk/>
            <pc:sldMk cId="2819420115" sldId="256"/>
            <ac:spMk id="33" creationId="{4063B759-00FC-46D1-9898-8E8625268FAF}"/>
          </ac:spMkLst>
        </pc:spChg>
        <pc:spChg chg="add del">
          <ac:chgData name="Dante Smith" userId="bdf5ebe96f55e70a" providerId="LiveId" clId="{179BD7E3-9BDA-46E0-AD77-C9A5BE7CA305}" dt="2023-05-02T09:38:27.741" v="7014" actId="26606"/>
          <ac:spMkLst>
            <pc:docMk/>
            <pc:sldMk cId="2819420115" sldId="256"/>
            <ac:spMk id="35" creationId="{C1DD1A8A-57D5-4A81-AD04-532B043C5611}"/>
          </ac:spMkLst>
        </pc:spChg>
        <pc:spChg chg="add del">
          <ac:chgData name="Dante Smith" userId="bdf5ebe96f55e70a" providerId="LiveId" clId="{179BD7E3-9BDA-46E0-AD77-C9A5BE7CA305}" dt="2023-05-02T09:38:27.741" v="7014" actId="26606"/>
          <ac:spMkLst>
            <pc:docMk/>
            <pc:sldMk cId="2819420115" sldId="256"/>
            <ac:spMk id="37" creationId="{007891EC-4501-44ED-A8C8-B11B6DB767AB}"/>
          </ac:spMkLst>
        </pc:spChg>
        <pc:grpChg chg="add del">
          <ac:chgData name="Dante Smith" userId="bdf5ebe96f55e70a" providerId="LiveId" clId="{179BD7E3-9BDA-46E0-AD77-C9A5BE7CA305}" dt="2023-05-02T09:38:30.841" v="7017" actId="26606"/>
          <ac:grpSpMkLst>
            <pc:docMk/>
            <pc:sldMk cId="2819420115" sldId="256"/>
            <ac:grpSpMk id="10" creationId="{D1E3DD61-64DB-46AD-B249-E273CD86B051}"/>
          </ac:grpSpMkLst>
        </pc:grpChg>
        <pc:picChg chg="add del">
          <ac:chgData name="Dante Smith" userId="bdf5ebe96f55e70a" providerId="LiveId" clId="{179BD7E3-9BDA-46E0-AD77-C9A5BE7CA305}" dt="2023-05-02T09:37:07.907" v="7006" actId="26606"/>
          <ac:picMkLst>
            <pc:docMk/>
            <pc:sldMk cId="2819420115" sldId="256"/>
            <ac:picMk id="18" creationId="{2FA63245-32D7-71A7-88CE-B7AFE4E845AE}"/>
          </ac:picMkLst>
        </pc:picChg>
        <pc:picChg chg="add del mod">
          <ac:chgData name="Dante Smith" userId="bdf5ebe96f55e70a" providerId="LiveId" clId="{179BD7E3-9BDA-46E0-AD77-C9A5BE7CA305}" dt="2023-05-02T09:37:18.692" v="7010" actId="26606"/>
          <ac:picMkLst>
            <pc:docMk/>
            <pc:sldMk cId="2819420115" sldId="256"/>
            <ac:picMk id="31" creationId="{9C454509-3793-E4AE-207B-65E6134C39A2}"/>
          </ac:picMkLst>
        </pc:picChg>
        <pc:picChg chg="add del">
          <ac:chgData name="Dante Smith" userId="bdf5ebe96f55e70a" providerId="LiveId" clId="{179BD7E3-9BDA-46E0-AD77-C9A5BE7CA305}" dt="2023-05-02T09:38:27.741" v="7014" actId="26606"/>
          <ac:picMkLst>
            <pc:docMk/>
            <pc:sldMk cId="2819420115" sldId="256"/>
            <ac:picMk id="36" creationId="{116F21A2-D89B-5D2C-289F-B9ED2923C46D}"/>
          </ac:picMkLst>
        </pc:picChg>
      </pc:sldChg>
      <pc:sldChg chg="addSp delSp modSp mod setBg">
        <pc:chgData name="Dante Smith" userId="bdf5ebe96f55e70a" providerId="LiveId" clId="{179BD7E3-9BDA-46E0-AD77-C9A5BE7CA305}" dt="2023-05-02T09:40:54.787" v="7039"/>
        <pc:sldMkLst>
          <pc:docMk/>
          <pc:sldMk cId="508633252" sldId="257"/>
        </pc:sldMkLst>
        <pc:spChg chg="mod">
          <ac:chgData name="Dante Smith" userId="bdf5ebe96f55e70a" providerId="LiveId" clId="{179BD7E3-9BDA-46E0-AD77-C9A5BE7CA305}" dt="2023-05-02T09:40:54.787" v="7039"/>
          <ac:spMkLst>
            <pc:docMk/>
            <pc:sldMk cId="508633252" sldId="257"/>
            <ac:spMk id="2" creationId="{3F2A9850-6133-43F1-3A8C-88A7A76C0EEB}"/>
          </ac:spMkLst>
        </pc:spChg>
        <pc:spChg chg="mod">
          <ac:chgData name="Dante Smith" userId="bdf5ebe96f55e70a" providerId="LiveId" clId="{179BD7E3-9BDA-46E0-AD77-C9A5BE7CA305}" dt="2023-05-02T09:40:54.787" v="7039"/>
          <ac:spMkLst>
            <pc:docMk/>
            <pc:sldMk cId="508633252" sldId="257"/>
            <ac:spMk id="3" creationId="{780BBF4D-E591-BBDC-ABF8-2FA48F4F7D62}"/>
          </ac:spMkLst>
        </pc:spChg>
        <pc:spChg chg="add del">
          <ac:chgData name="Dante Smith" userId="bdf5ebe96f55e70a" providerId="LiveId" clId="{179BD7E3-9BDA-46E0-AD77-C9A5BE7CA305}" dt="2023-05-02T09:38:28.770" v="7015" actId="26606"/>
          <ac:spMkLst>
            <pc:docMk/>
            <pc:sldMk cId="508633252" sldId="257"/>
            <ac:spMk id="8" creationId="{C7FAE6E8-1D9E-4905-AAFE-978D331822BA}"/>
          </ac:spMkLst>
        </pc:spChg>
        <pc:grpChg chg="add del">
          <ac:chgData name="Dante Smith" userId="bdf5ebe96f55e70a" providerId="LiveId" clId="{179BD7E3-9BDA-46E0-AD77-C9A5BE7CA305}" dt="2023-05-02T09:38:28.770" v="7015" actId="26606"/>
          <ac:grpSpMkLst>
            <pc:docMk/>
            <pc:sldMk cId="508633252" sldId="257"/>
            <ac:grpSpMk id="10" creationId="{5F9D1CBF-A219-4C01-85A0-9DF6151EE270}"/>
          </ac:grpSpMkLst>
        </pc:grpChg>
      </pc:sldChg>
      <pc:sldChg chg="modSp">
        <pc:chgData name="Dante Smith" userId="bdf5ebe96f55e70a" providerId="LiveId" clId="{179BD7E3-9BDA-46E0-AD77-C9A5BE7CA305}" dt="2023-05-02T09:40:54.787" v="7039"/>
        <pc:sldMkLst>
          <pc:docMk/>
          <pc:sldMk cId="2043700660" sldId="258"/>
        </pc:sldMkLst>
        <pc:spChg chg="mod">
          <ac:chgData name="Dante Smith" userId="bdf5ebe96f55e70a" providerId="LiveId" clId="{179BD7E3-9BDA-46E0-AD77-C9A5BE7CA305}" dt="2023-05-02T09:40:54.787" v="7039"/>
          <ac:spMkLst>
            <pc:docMk/>
            <pc:sldMk cId="2043700660" sldId="258"/>
            <ac:spMk id="2" creationId="{3F2A9850-6133-43F1-3A8C-88A7A76C0EEB}"/>
          </ac:spMkLst>
        </pc:spChg>
        <pc:spChg chg="mod">
          <ac:chgData name="Dante Smith" userId="bdf5ebe96f55e70a" providerId="LiveId" clId="{179BD7E3-9BDA-46E0-AD77-C9A5BE7CA305}" dt="2023-05-02T09:40:54.787" v="7039"/>
          <ac:spMkLst>
            <pc:docMk/>
            <pc:sldMk cId="2043700660" sldId="258"/>
            <ac:spMk id="3" creationId="{780BBF4D-E591-BBDC-ABF8-2FA48F4F7D62}"/>
          </ac:spMkLst>
        </pc:spChg>
      </pc:sldChg>
      <pc:sldChg chg="modSp">
        <pc:chgData name="Dante Smith" userId="bdf5ebe96f55e70a" providerId="LiveId" clId="{179BD7E3-9BDA-46E0-AD77-C9A5BE7CA305}" dt="2023-05-02T09:40:54.787" v="7039"/>
        <pc:sldMkLst>
          <pc:docMk/>
          <pc:sldMk cId="332726196" sldId="259"/>
        </pc:sldMkLst>
        <pc:spChg chg="mod">
          <ac:chgData name="Dante Smith" userId="bdf5ebe96f55e70a" providerId="LiveId" clId="{179BD7E3-9BDA-46E0-AD77-C9A5BE7CA305}" dt="2023-05-02T09:40:54.787" v="7039"/>
          <ac:spMkLst>
            <pc:docMk/>
            <pc:sldMk cId="332726196" sldId="259"/>
            <ac:spMk id="2" creationId="{3F2A9850-6133-43F1-3A8C-88A7A76C0EEB}"/>
          </ac:spMkLst>
        </pc:spChg>
        <pc:spChg chg="mod">
          <ac:chgData name="Dante Smith" userId="bdf5ebe96f55e70a" providerId="LiveId" clId="{179BD7E3-9BDA-46E0-AD77-C9A5BE7CA305}" dt="2023-05-02T09:40:54.787" v="7039"/>
          <ac:spMkLst>
            <pc:docMk/>
            <pc:sldMk cId="332726196" sldId="259"/>
            <ac:spMk id="3" creationId="{780BBF4D-E591-BBDC-ABF8-2FA48F4F7D62}"/>
          </ac:spMkLst>
        </pc:spChg>
      </pc:sldChg>
      <pc:sldChg chg="modSp mod">
        <pc:chgData name="Dante Smith" userId="bdf5ebe96f55e70a" providerId="LiveId" clId="{179BD7E3-9BDA-46E0-AD77-C9A5BE7CA305}" dt="2023-05-02T09:40:54.787" v="7039"/>
        <pc:sldMkLst>
          <pc:docMk/>
          <pc:sldMk cId="756991585" sldId="260"/>
        </pc:sldMkLst>
        <pc:spChg chg="mod">
          <ac:chgData name="Dante Smith" userId="bdf5ebe96f55e70a" providerId="LiveId" clId="{179BD7E3-9BDA-46E0-AD77-C9A5BE7CA305}" dt="2023-05-02T09:40:54.787" v="7039"/>
          <ac:spMkLst>
            <pc:docMk/>
            <pc:sldMk cId="756991585" sldId="260"/>
            <ac:spMk id="2" creationId="{3F2A9850-6133-43F1-3A8C-88A7A76C0EEB}"/>
          </ac:spMkLst>
        </pc:spChg>
        <pc:spChg chg="mod">
          <ac:chgData name="Dante Smith" userId="bdf5ebe96f55e70a" providerId="LiveId" clId="{179BD7E3-9BDA-46E0-AD77-C9A5BE7CA305}" dt="2023-05-02T09:40:54.787" v="7039"/>
          <ac:spMkLst>
            <pc:docMk/>
            <pc:sldMk cId="756991585" sldId="260"/>
            <ac:spMk id="3" creationId="{780BBF4D-E591-BBDC-ABF8-2FA48F4F7D62}"/>
          </ac:spMkLst>
        </pc:spChg>
      </pc:sldChg>
      <pc:sldChg chg="modSp">
        <pc:chgData name="Dante Smith" userId="bdf5ebe96f55e70a" providerId="LiveId" clId="{179BD7E3-9BDA-46E0-AD77-C9A5BE7CA305}" dt="2023-05-02T09:40:54.787" v="7039"/>
        <pc:sldMkLst>
          <pc:docMk/>
          <pc:sldMk cId="1775863886" sldId="261"/>
        </pc:sldMkLst>
        <pc:spChg chg="mod">
          <ac:chgData name="Dante Smith" userId="bdf5ebe96f55e70a" providerId="LiveId" clId="{179BD7E3-9BDA-46E0-AD77-C9A5BE7CA305}" dt="2023-05-02T09:40:54.787" v="7039"/>
          <ac:spMkLst>
            <pc:docMk/>
            <pc:sldMk cId="1775863886" sldId="261"/>
            <ac:spMk id="2" creationId="{99050294-943E-31BA-2585-D148371FE3E0}"/>
          </ac:spMkLst>
        </pc:spChg>
        <pc:spChg chg="mod">
          <ac:chgData name="Dante Smith" userId="bdf5ebe96f55e70a" providerId="LiveId" clId="{179BD7E3-9BDA-46E0-AD77-C9A5BE7CA305}" dt="2023-05-02T09:40:54.787" v="7039"/>
          <ac:spMkLst>
            <pc:docMk/>
            <pc:sldMk cId="1775863886" sldId="261"/>
            <ac:spMk id="3" creationId="{9146606A-B1AF-D58E-BCC6-0C0961A6EC7B}"/>
          </ac:spMkLst>
        </pc:spChg>
      </pc:sldChg>
      <pc:sldChg chg="addSp delSp modSp new mod modShow">
        <pc:chgData name="Dante Smith" userId="bdf5ebe96f55e70a" providerId="LiveId" clId="{179BD7E3-9BDA-46E0-AD77-C9A5BE7CA305}" dt="2023-05-02T17:29:19.402" v="8191" actId="729"/>
        <pc:sldMkLst>
          <pc:docMk/>
          <pc:sldMk cId="3551063383" sldId="262"/>
        </pc:sldMkLst>
        <pc:spChg chg="add mod">
          <ac:chgData name="Dante Smith" userId="bdf5ebe96f55e70a" providerId="LiveId" clId="{179BD7E3-9BDA-46E0-AD77-C9A5BE7CA305}" dt="2023-05-02T09:58:54.693" v="7180" actId="1076"/>
          <ac:spMkLst>
            <pc:docMk/>
            <pc:sldMk cId="3551063383" sldId="262"/>
            <ac:spMk id="10" creationId="{331F0A92-6C16-667A-C738-41A0493AF4B1}"/>
          </ac:spMkLst>
        </pc:spChg>
        <pc:spChg chg="add mod">
          <ac:chgData name="Dante Smith" userId="bdf5ebe96f55e70a" providerId="LiveId" clId="{179BD7E3-9BDA-46E0-AD77-C9A5BE7CA305}" dt="2023-05-02T09:59:06.924" v="7182" actId="1076"/>
          <ac:spMkLst>
            <pc:docMk/>
            <pc:sldMk cId="3551063383" sldId="262"/>
            <ac:spMk id="13" creationId="{ACB23181-48AB-501E-7CFB-40BFA7510810}"/>
          </ac:spMkLst>
        </pc:spChg>
        <pc:spChg chg="add del mod">
          <ac:chgData name="Dante Smith" userId="bdf5ebe96f55e70a" providerId="LiveId" clId="{179BD7E3-9BDA-46E0-AD77-C9A5BE7CA305}" dt="2023-05-02T09:46:02.148" v="7086" actId="478"/>
          <ac:spMkLst>
            <pc:docMk/>
            <pc:sldMk cId="3551063383" sldId="262"/>
            <ac:spMk id="14" creationId="{CF15224B-C157-06BA-AE4B-F4C943B7077C}"/>
          </ac:spMkLst>
        </pc:spChg>
        <pc:spChg chg="add mod">
          <ac:chgData name="Dante Smith" userId="bdf5ebe96f55e70a" providerId="LiveId" clId="{179BD7E3-9BDA-46E0-AD77-C9A5BE7CA305}" dt="2023-05-02T16:48:05.037" v="8188" actId="14100"/>
          <ac:spMkLst>
            <pc:docMk/>
            <pc:sldMk cId="3551063383" sldId="262"/>
            <ac:spMk id="15" creationId="{3A2170ED-7C4B-DFA3-AE31-3B059A0B43DC}"/>
          </ac:spMkLst>
        </pc:spChg>
        <pc:picChg chg="add del mod">
          <ac:chgData name="Dante Smith" userId="bdf5ebe96f55e70a" providerId="LiveId" clId="{179BD7E3-9BDA-46E0-AD77-C9A5BE7CA305}" dt="2023-04-30T21:29:09.138" v="5" actId="478"/>
          <ac:picMkLst>
            <pc:docMk/>
            <pc:sldMk cId="3551063383" sldId="262"/>
            <ac:picMk id="3" creationId="{28DBF908-2979-7105-FE31-9560F601F811}"/>
          </ac:picMkLst>
        </pc:picChg>
        <pc:picChg chg="add del mod">
          <ac:chgData name="Dante Smith" userId="bdf5ebe96f55e70a" providerId="LiveId" clId="{179BD7E3-9BDA-46E0-AD77-C9A5BE7CA305}" dt="2023-04-30T21:46:06.786" v="8" actId="478"/>
          <ac:picMkLst>
            <pc:docMk/>
            <pc:sldMk cId="3551063383" sldId="262"/>
            <ac:picMk id="5" creationId="{E63AB958-BDE5-5254-9DED-088A51B79E32}"/>
          </ac:picMkLst>
        </pc:picChg>
        <pc:picChg chg="add del mod">
          <ac:chgData name="Dante Smith" userId="bdf5ebe96f55e70a" providerId="LiveId" clId="{179BD7E3-9BDA-46E0-AD77-C9A5BE7CA305}" dt="2023-05-01T02:06:48.422" v="1841" actId="478"/>
          <ac:picMkLst>
            <pc:docMk/>
            <pc:sldMk cId="3551063383" sldId="262"/>
            <ac:picMk id="7" creationId="{CDD8D3BB-82EE-746E-1057-9B9722875AD8}"/>
          </ac:picMkLst>
        </pc:picChg>
        <pc:picChg chg="add del mod">
          <ac:chgData name="Dante Smith" userId="bdf5ebe96f55e70a" providerId="LiveId" clId="{179BD7E3-9BDA-46E0-AD77-C9A5BE7CA305}" dt="2023-05-02T09:23:34.710" v="6260" actId="478"/>
          <ac:picMkLst>
            <pc:docMk/>
            <pc:sldMk cId="3551063383" sldId="262"/>
            <ac:picMk id="9" creationId="{E8E300A8-7A59-0861-D1B9-72C7B68A066A}"/>
          </ac:picMkLst>
        </pc:picChg>
        <pc:picChg chg="add mod">
          <ac:chgData name="Dante Smith" userId="bdf5ebe96f55e70a" providerId="LiveId" clId="{179BD7E3-9BDA-46E0-AD77-C9A5BE7CA305}" dt="2023-05-02T16:47:51.826" v="8186" actId="1076"/>
          <ac:picMkLst>
            <pc:docMk/>
            <pc:sldMk cId="3551063383" sldId="262"/>
            <ac:picMk id="12" creationId="{1CFD57F2-82C6-A627-754F-18DFEC87E311}"/>
          </ac:picMkLst>
        </pc:picChg>
      </pc:sldChg>
      <pc:sldChg chg="addSp delSp modSp new mod ord">
        <pc:chgData name="Dante Smith" userId="bdf5ebe96f55e70a" providerId="LiveId" clId="{179BD7E3-9BDA-46E0-AD77-C9A5BE7CA305}" dt="2023-05-02T09:42:32.029" v="7056" actId="14100"/>
        <pc:sldMkLst>
          <pc:docMk/>
          <pc:sldMk cId="3314597760" sldId="263"/>
        </pc:sldMkLst>
        <pc:spChg chg="mod">
          <ac:chgData name="Dante Smith" userId="bdf5ebe96f55e70a" providerId="LiveId" clId="{179BD7E3-9BDA-46E0-AD77-C9A5BE7CA305}" dt="2023-05-02T09:40:54.787" v="7039"/>
          <ac:spMkLst>
            <pc:docMk/>
            <pc:sldMk cId="3314597760" sldId="263"/>
            <ac:spMk id="2" creationId="{35514DDE-FC44-DB62-4115-DE7C9999EF26}"/>
          </ac:spMkLst>
        </pc:spChg>
        <pc:spChg chg="del mod">
          <ac:chgData name="Dante Smith" userId="bdf5ebe96f55e70a" providerId="LiveId" clId="{179BD7E3-9BDA-46E0-AD77-C9A5BE7CA305}" dt="2023-04-30T22:09:23.784" v="230" actId="478"/>
          <ac:spMkLst>
            <pc:docMk/>
            <pc:sldMk cId="3314597760" sldId="263"/>
            <ac:spMk id="3" creationId="{654587CC-F9B1-F859-839E-42D2B9CB614E}"/>
          </ac:spMkLst>
        </pc:spChg>
        <pc:graphicFrameChg chg="add mod modGraphic">
          <ac:chgData name="Dante Smith" userId="bdf5ebe96f55e70a" providerId="LiveId" clId="{179BD7E3-9BDA-46E0-AD77-C9A5BE7CA305}" dt="2023-05-02T09:42:32.029" v="7056" actId="14100"/>
          <ac:graphicFrameMkLst>
            <pc:docMk/>
            <pc:sldMk cId="3314597760" sldId="263"/>
            <ac:graphicFrameMk id="4" creationId="{EE148A52-889B-3033-EE6A-78D079E79BD2}"/>
          </ac:graphicFrameMkLst>
        </pc:graphicFrameChg>
      </pc:sldChg>
      <pc:sldChg chg="addSp modSp add mod ord">
        <pc:chgData name="Dante Smith" userId="bdf5ebe96f55e70a" providerId="LiveId" clId="{179BD7E3-9BDA-46E0-AD77-C9A5BE7CA305}" dt="2023-05-02T17:30:35.477" v="8194" actId="207"/>
        <pc:sldMkLst>
          <pc:docMk/>
          <pc:sldMk cId="3782225829" sldId="264"/>
        </pc:sldMkLst>
        <pc:spChg chg="mod">
          <ac:chgData name="Dante Smith" userId="bdf5ebe96f55e70a" providerId="LiveId" clId="{179BD7E3-9BDA-46E0-AD77-C9A5BE7CA305}" dt="2023-05-02T09:41:54.176" v="7050" actId="14100"/>
          <ac:spMkLst>
            <pc:docMk/>
            <pc:sldMk cId="3782225829" sldId="264"/>
            <ac:spMk id="2" creationId="{35514DDE-FC44-DB62-4115-DE7C9999EF26}"/>
          </ac:spMkLst>
        </pc:spChg>
        <pc:spChg chg="add mod">
          <ac:chgData name="Dante Smith" userId="bdf5ebe96f55e70a" providerId="LiveId" clId="{179BD7E3-9BDA-46E0-AD77-C9A5BE7CA305}" dt="2023-05-02T17:30:35.477" v="8194" actId="207"/>
          <ac:spMkLst>
            <pc:docMk/>
            <pc:sldMk cId="3782225829" sldId="264"/>
            <ac:spMk id="3" creationId="{C172EB6B-E098-CA0D-1438-E83533EF0AD7}"/>
          </ac:spMkLst>
        </pc:spChg>
        <pc:graphicFrameChg chg="mod modGraphic">
          <ac:chgData name="Dante Smith" userId="bdf5ebe96f55e70a" providerId="LiveId" clId="{179BD7E3-9BDA-46E0-AD77-C9A5BE7CA305}" dt="2023-05-02T09:42:21.260" v="7054" actId="1076"/>
          <ac:graphicFrameMkLst>
            <pc:docMk/>
            <pc:sldMk cId="3782225829" sldId="264"/>
            <ac:graphicFrameMk id="4" creationId="{EE148A52-889B-3033-EE6A-78D079E79BD2}"/>
          </ac:graphicFrameMkLst>
        </pc:graphicFrameChg>
      </pc:sldChg>
      <pc:sldChg chg="addSp delSp modSp new mod ord">
        <pc:chgData name="Dante Smith" userId="bdf5ebe96f55e70a" providerId="LiveId" clId="{179BD7E3-9BDA-46E0-AD77-C9A5BE7CA305}" dt="2023-05-02T16:44:27.489" v="8183" actId="11529"/>
        <pc:sldMkLst>
          <pc:docMk/>
          <pc:sldMk cId="688299483" sldId="265"/>
        </pc:sldMkLst>
        <pc:spChg chg="mod">
          <ac:chgData name="Dante Smith" userId="bdf5ebe96f55e70a" providerId="LiveId" clId="{179BD7E3-9BDA-46E0-AD77-C9A5BE7CA305}" dt="2023-05-01T02:13:01.103" v="2092" actId="1076"/>
          <ac:spMkLst>
            <pc:docMk/>
            <pc:sldMk cId="688299483" sldId="265"/>
            <ac:spMk id="2" creationId="{64CA654E-8CB6-8667-47E1-4FCEADE689C6}"/>
          </ac:spMkLst>
        </pc:spChg>
        <pc:spChg chg="add del mod">
          <ac:chgData name="Dante Smith" userId="bdf5ebe96f55e70a" providerId="LiveId" clId="{179BD7E3-9BDA-46E0-AD77-C9A5BE7CA305}" dt="2023-05-02T09:07:31.194" v="6167"/>
          <ac:spMkLst>
            <pc:docMk/>
            <pc:sldMk cId="688299483" sldId="265"/>
            <ac:spMk id="7" creationId="{F312665F-27D9-C22C-A413-BC94EC0E5A5B}"/>
          </ac:spMkLst>
        </pc:spChg>
        <pc:spChg chg="add mod">
          <ac:chgData name="Dante Smith" userId="bdf5ebe96f55e70a" providerId="LiveId" clId="{179BD7E3-9BDA-46E0-AD77-C9A5BE7CA305}" dt="2023-05-02T16:21:40.111" v="7500" actId="113"/>
          <ac:spMkLst>
            <pc:docMk/>
            <pc:sldMk cId="688299483" sldId="265"/>
            <ac:spMk id="8" creationId="{9E100451-BE61-EDE6-0879-B5CD6521A482}"/>
          </ac:spMkLst>
        </pc:spChg>
        <pc:spChg chg="add mod">
          <ac:chgData name="Dante Smith" userId="bdf5ebe96f55e70a" providerId="LiveId" clId="{179BD7E3-9BDA-46E0-AD77-C9A5BE7CA305}" dt="2023-05-02T16:44:17.894" v="8182" actId="1076"/>
          <ac:spMkLst>
            <pc:docMk/>
            <pc:sldMk cId="688299483" sldId="265"/>
            <ac:spMk id="9" creationId="{C78D8466-C099-698D-BD45-70EF2176ECD8}"/>
          </ac:spMkLst>
        </pc:spChg>
        <pc:spChg chg="add">
          <ac:chgData name="Dante Smith" userId="bdf5ebe96f55e70a" providerId="LiveId" clId="{179BD7E3-9BDA-46E0-AD77-C9A5BE7CA305}" dt="2023-05-02T16:44:27.489" v="8183" actId="11529"/>
          <ac:spMkLst>
            <pc:docMk/>
            <pc:sldMk cId="688299483" sldId="265"/>
            <ac:spMk id="10" creationId="{47AB8CC8-F508-1CC1-730A-60289E65A12E}"/>
          </ac:spMkLst>
        </pc:spChg>
        <pc:graphicFrameChg chg="add del mod">
          <ac:chgData name="Dante Smith" userId="bdf5ebe96f55e70a" providerId="LiveId" clId="{179BD7E3-9BDA-46E0-AD77-C9A5BE7CA305}" dt="2023-04-30T23:34:30.621" v="1818"/>
          <ac:graphicFrameMkLst>
            <pc:docMk/>
            <pc:sldMk cId="688299483" sldId="265"/>
            <ac:graphicFrameMk id="3" creationId="{86B27847-F0D3-CAF9-B253-2C4016198EBB}"/>
          </ac:graphicFrameMkLst>
        </pc:graphicFrameChg>
        <pc:graphicFrameChg chg="add del mod">
          <ac:chgData name="Dante Smith" userId="bdf5ebe96f55e70a" providerId="LiveId" clId="{179BD7E3-9BDA-46E0-AD77-C9A5BE7CA305}" dt="2023-05-01T02:02:27.199" v="1823" actId="478"/>
          <ac:graphicFrameMkLst>
            <pc:docMk/>
            <pc:sldMk cId="688299483" sldId="265"/>
            <ac:graphicFrameMk id="4" creationId="{9BC23047-4316-FF33-28A1-D49D86439E60}"/>
          </ac:graphicFrameMkLst>
        </pc:graphicFrameChg>
        <pc:graphicFrameChg chg="add del mod">
          <ac:chgData name="Dante Smith" userId="bdf5ebe96f55e70a" providerId="LiveId" clId="{179BD7E3-9BDA-46E0-AD77-C9A5BE7CA305}" dt="2023-05-01T02:02:45.498" v="1827"/>
          <ac:graphicFrameMkLst>
            <pc:docMk/>
            <pc:sldMk cId="688299483" sldId="265"/>
            <ac:graphicFrameMk id="5" creationId="{BAB81A65-6934-A065-ABC2-3752758AD172}"/>
          </ac:graphicFrameMkLst>
        </pc:graphicFrameChg>
        <pc:graphicFrameChg chg="add mod modGraphic">
          <ac:chgData name="Dante Smith" userId="bdf5ebe96f55e70a" providerId="LiveId" clId="{179BD7E3-9BDA-46E0-AD77-C9A5BE7CA305}" dt="2023-05-02T09:07:30.638" v="6165" actId="1076"/>
          <ac:graphicFrameMkLst>
            <pc:docMk/>
            <pc:sldMk cId="688299483" sldId="265"/>
            <ac:graphicFrameMk id="6" creationId="{84D7EBE2-25DA-20BA-97E0-07D621AAB48A}"/>
          </ac:graphicFrameMkLst>
        </pc:graphicFrameChg>
      </pc:sldChg>
      <pc:sldChg chg="addSp delSp modSp new del mod">
        <pc:chgData name="Dante Smith" userId="bdf5ebe96f55e70a" providerId="LiveId" clId="{179BD7E3-9BDA-46E0-AD77-C9A5BE7CA305}" dt="2023-04-30T23:33:36.256" v="1789" actId="47"/>
        <pc:sldMkLst>
          <pc:docMk/>
          <pc:sldMk cId="1462506866" sldId="265"/>
        </pc:sldMkLst>
        <pc:graphicFrameChg chg="add del mod">
          <ac:chgData name="Dante Smith" userId="bdf5ebe96f55e70a" providerId="LiveId" clId="{179BD7E3-9BDA-46E0-AD77-C9A5BE7CA305}" dt="2023-04-30T23:32:59.860" v="1780"/>
          <ac:graphicFrameMkLst>
            <pc:docMk/>
            <pc:sldMk cId="1462506866" sldId="265"/>
            <ac:graphicFrameMk id="2" creationId="{9CFD3884-8F02-6B12-29C8-AE14F84E8325}"/>
          </ac:graphicFrameMkLst>
        </pc:graphicFrameChg>
        <pc:graphicFrameChg chg="add del mod modGraphic">
          <ac:chgData name="Dante Smith" userId="bdf5ebe96f55e70a" providerId="LiveId" clId="{179BD7E3-9BDA-46E0-AD77-C9A5BE7CA305}" dt="2023-04-30T23:33:32.453" v="1788"/>
          <ac:graphicFrameMkLst>
            <pc:docMk/>
            <pc:sldMk cId="1462506866" sldId="265"/>
            <ac:graphicFrameMk id="3" creationId="{5F7E869B-FE99-9355-8AFF-948B99C33576}"/>
          </ac:graphicFrameMkLst>
        </pc:graphicFrameChg>
      </pc:sldChg>
      <pc:sldChg chg="new del">
        <pc:chgData name="Dante Smith" userId="bdf5ebe96f55e70a" providerId="LiveId" clId="{179BD7E3-9BDA-46E0-AD77-C9A5BE7CA305}" dt="2023-04-30T23:32:36.104" v="1775" actId="680"/>
        <pc:sldMkLst>
          <pc:docMk/>
          <pc:sldMk cId="3047838029" sldId="265"/>
        </pc:sldMkLst>
      </pc:sldChg>
      <pc:sldChg chg="new del">
        <pc:chgData name="Dante Smith" userId="bdf5ebe96f55e70a" providerId="LiveId" clId="{179BD7E3-9BDA-46E0-AD77-C9A5BE7CA305}" dt="2023-05-01T03:19:47.421" v="2094" actId="680"/>
        <pc:sldMkLst>
          <pc:docMk/>
          <pc:sldMk cId="2122163801" sldId="266"/>
        </pc:sldMkLst>
      </pc:sldChg>
      <pc:sldChg chg="addSp delSp modSp add mod">
        <pc:chgData name="Dante Smith" userId="bdf5ebe96f55e70a" providerId="LiveId" clId="{179BD7E3-9BDA-46E0-AD77-C9A5BE7CA305}" dt="2023-05-02T16:49:12.462" v="8190" actId="1076"/>
        <pc:sldMkLst>
          <pc:docMk/>
          <pc:sldMk cId="3971641785" sldId="266"/>
        </pc:sldMkLst>
        <pc:spChg chg="del mod">
          <ac:chgData name="Dante Smith" userId="bdf5ebe96f55e70a" providerId="LiveId" clId="{179BD7E3-9BDA-46E0-AD77-C9A5BE7CA305}" dt="2023-05-02T09:58:25.592" v="7175" actId="478"/>
          <ac:spMkLst>
            <pc:docMk/>
            <pc:sldMk cId="3971641785" sldId="266"/>
            <ac:spMk id="2" creationId="{64CA654E-8CB6-8667-47E1-4FCEADE689C6}"/>
          </ac:spMkLst>
        </pc:spChg>
        <pc:spChg chg="add mod">
          <ac:chgData name="Dante Smith" userId="bdf5ebe96f55e70a" providerId="LiveId" clId="{179BD7E3-9BDA-46E0-AD77-C9A5BE7CA305}" dt="2023-05-02T16:49:12.462" v="8190" actId="1076"/>
          <ac:spMkLst>
            <pc:docMk/>
            <pc:sldMk cId="3971641785" sldId="266"/>
            <ac:spMk id="5" creationId="{C036464D-8B94-2728-9250-FB809A550A74}"/>
          </ac:spMkLst>
        </pc:spChg>
        <pc:spChg chg="add mod">
          <ac:chgData name="Dante Smith" userId="bdf5ebe96f55e70a" providerId="LiveId" clId="{179BD7E3-9BDA-46E0-AD77-C9A5BE7CA305}" dt="2023-05-02T16:49:12.462" v="8190" actId="1076"/>
          <ac:spMkLst>
            <pc:docMk/>
            <pc:sldMk cId="3971641785" sldId="266"/>
            <ac:spMk id="7" creationId="{46F40957-8C0C-FBEA-7B98-683EE6F48256}"/>
          </ac:spMkLst>
        </pc:spChg>
        <pc:spChg chg="add mod">
          <ac:chgData name="Dante Smith" userId="bdf5ebe96f55e70a" providerId="LiveId" clId="{179BD7E3-9BDA-46E0-AD77-C9A5BE7CA305}" dt="2023-05-02T16:49:12.462" v="8190" actId="1076"/>
          <ac:spMkLst>
            <pc:docMk/>
            <pc:sldMk cId="3971641785" sldId="266"/>
            <ac:spMk id="8" creationId="{486BCC7F-AA1B-F142-C229-5660614C1A8C}"/>
          </ac:spMkLst>
        </pc:spChg>
        <pc:spChg chg="add mod">
          <ac:chgData name="Dante Smith" userId="bdf5ebe96f55e70a" providerId="LiveId" clId="{179BD7E3-9BDA-46E0-AD77-C9A5BE7CA305}" dt="2023-05-02T16:49:12.462" v="8190" actId="1076"/>
          <ac:spMkLst>
            <pc:docMk/>
            <pc:sldMk cId="3971641785" sldId="266"/>
            <ac:spMk id="9" creationId="{16643BC4-B48A-BB60-0C28-5BEA76A4F510}"/>
          </ac:spMkLst>
        </pc:spChg>
        <pc:spChg chg="add mod">
          <ac:chgData name="Dante Smith" userId="bdf5ebe96f55e70a" providerId="LiveId" clId="{179BD7E3-9BDA-46E0-AD77-C9A5BE7CA305}" dt="2023-05-02T16:49:12.462" v="8190" actId="1076"/>
          <ac:spMkLst>
            <pc:docMk/>
            <pc:sldMk cId="3971641785" sldId="266"/>
            <ac:spMk id="10" creationId="{05846F7D-3860-C2EA-4A4F-BE3BE11A2D93}"/>
          </ac:spMkLst>
        </pc:spChg>
        <pc:spChg chg="add mod">
          <ac:chgData name="Dante Smith" userId="bdf5ebe96f55e70a" providerId="LiveId" clId="{179BD7E3-9BDA-46E0-AD77-C9A5BE7CA305}" dt="2023-05-02T16:49:12.462" v="8190" actId="1076"/>
          <ac:spMkLst>
            <pc:docMk/>
            <pc:sldMk cId="3971641785" sldId="266"/>
            <ac:spMk id="11" creationId="{910C4FA7-7B59-B4FB-9A13-66E6949FB4FC}"/>
          </ac:spMkLst>
        </pc:spChg>
        <pc:spChg chg="add mod">
          <ac:chgData name="Dante Smith" userId="bdf5ebe96f55e70a" providerId="LiveId" clId="{179BD7E3-9BDA-46E0-AD77-C9A5BE7CA305}" dt="2023-05-02T16:49:12.462" v="8190" actId="1076"/>
          <ac:spMkLst>
            <pc:docMk/>
            <pc:sldMk cId="3971641785" sldId="266"/>
            <ac:spMk id="12" creationId="{E09A7856-460A-7EDE-BF09-69FB7E3C01E9}"/>
          </ac:spMkLst>
        </pc:spChg>
        <pc:spChg chg="add mod">
          <ac:chgData name="Dante Smith" userId="bdf5ebe96f55e70a" providerId="LiveId" clId="{179BD7E3-9BDA-46E0-AD77-C9A5BE7CA305}" dt="2023-05-02T16:49:12.462" v="8190" actId="1076"/>
          <ac:spMkLst>
            <pc:docMk/>
            <pc:sldMk cId="3971641785" sldId="266"/>
            <ac:spMk id="13" creationId="{53F1F152-9238-2EA9-3A64-85082D941251}"/>
          </ac:spMkLst>
        </pc:spChg>
        <pc:spChg chg="add del mod">
          <ac:chgData name="Dante Smith" userId="bdf5ebe96f55e70a" providerId="LiveId" clId="{179BD7E3-9BDA-46E0-AD77-C9A5BE7CA305}" dt="2023-05-02T09:58:31.899" v="7176" actId="478"/>
          <ac:spMkLst>
            <pc:docMk/>
            <pc:sldMk cId="3971641785" sldId="266"/>
            <ac:spMk id="15" creationId="{F59AE416-8CDC-8158-5AAE-2D01D4F6D3D6}"/>
          </ac:spMkLst>
        </pc:spChg>
        <pc:graphicFrameChg chg="del modGraphic">
          <ac:chgData name="Dante Smith" userId="bdf5ebe96f55e70a" providerId="LiveId" clId="{179BD7E3-9BDA-46E0-AD77-C9A5BE7CA305}" dt="2023-05-01T03:19:58.016" v="2097" actId="478"/>
          <ac:graphicFrameMkLst>
            <pc:docMk/>
            <pc:sldMk cId="3971641785" sldId="266"/>
            <ac:graphicFrameMk id="6" creationId="{84D7EBE2-25DA-20BA-97E0-07D621AAB48A}"/>
          </ac:graphicFrameMkLst>
        </pc:graphicFrameChg>
        <pc:picChg chg="add mod">
          <ac:chgData name="Dante Smith" userId="bdf5ebe96f55e70a" providerId="LiveId" clId="{179BD7E3-9BDA-46E0-AD77-C9A5BE7CA305}" dt="2023-05-02T16:48:45.471" v="8189" actId="1076"/>
          <ac:picMkLst>
            <pc:docMk/>
            <pc:sldMk cId="3971641785" sldId="266"/>
            <ac:picMk id="4" creationId="{43F0D2EE-E2A9-2FCB-2DC7-0530FC05C226}"/>
          </ac:picMkLst>
        </pc:picChg>
      </pc:sldChg>
      <pc:sldChg chg="addSp delSp modSp new del mod">
        <pc:chgData name="Dante Smith" userId="bdf5ebe96f55e70a" providerId="LiveId" clId="{179BD7E3-9BDA-46E0-AD77-C9A5BE7CA305}" dt="2023-05-02T06:54:43.843" v="2302" actId="47"/>
        <pc:sldMkLst>
          <pc:docMk/>
          <pc:sldMk cId="2984206278" sldId="267"/>
        </pc:sldMkLst>
        <pc:spChg chg="add mod">
          <ac:chgData name="Dante Smith" userId="bdf5ebe96f55e70a" providerId="LiveId" clId="{179BD7E3-9BDA-46E0-AD77-C9A5BE7CA305}" dt="2023-05-01T18:14:42.621" v="2195" actId="20577"/>
          <ac:spMkLst>
            <pc:docMk/>
            <pc:sldMk cId="2984206278" sldId="267"/>
            <ac:spMk id="2" creationId="{F9295B4C-C3DE-A15A-FB29-7D5E1517383B}"/>
          </ac:spMkLst>
        </pc:spChg>
        <pc:spChg chg="add mod">
          <ac:chgData name="Dante Smith" userId="bdf5ebe96f55e70a" providerId="LiveId" clId="{179BD7E3-9BDA-46E0-AD77-C9A5BE7CA305}" dt="2023-05-01T18:14:32.773" v="2182" actId="20577"/>
          <ac:spMkLst>
            <pc:docMk/>
            <pc:sldMk cId="2984206278" sldId="267"/>
            <ac:spMk id="3" creationId="{CE966EB4-3FAE-1F30-16B4-C4C6951D35AB}"/>
          </ac:spMkLst>
        </pc:spChg>
        <pc:spChg chg="add mod">
          <ac:chgData name="Dante Smith" userId="bdf5ebe96f55e70a" providerId="LiveId" clId="{179BD7E3-9BDA-46E0-AD77-C9A5BE7CA305}" dt="2023-05-01T18:14:36.466" v="2185" actId="20577"/>
          <ac:spMkLst>
            <pc:docMk/>
            <pc:sldMk cId="2984206278" sldId="267"/>
            <ac:spMk id="4" creationId="{AE2FC9A5-3224-48AE-E718-0E764AF074A4}"/>
          </ac:spMkLst>
        </pc:spChg>
        <pc:spChg chg="add mod">
          <ac:chgData name="Dante Smith" userId="bdf5ebe96f55e70a" providerId="LiveId" clId="{179BD7E3-9BDA-46E0-AD77-C9A5BE7CA305}" dt="2023-05-01T18:15:34.215" v="2256" actId="1076"/>
          <ac:spMkLst>
            <pc:docMk/>
            <pc:sldMk cId="2984206278" sldId="267"/>
            <ac:spMk id="5" creationId="{CF9A9E05-C9AE-4BD4-D665-FDF3A1241A02}"/>
          </ac:spMkLst>
        </pc:spChg>
        <pc:spChg chg="add mod">
          <ac:chgData name="Dante Smith" userId="bdf5ebe96f55e70a" providerId="LiveId" clId="{179BD7E3-9BDA-46E0-AD77-C9A5BE7CA305}" dt="2023-05-01T18:16:01.203" v="2264" actId="1076"/>
          <ac:spMkLst>
            <pc:docMk/>
            <pc:sldMk cId="2984206278" sldId="267"/>
            <ac:spMk id="6" creationId="{5DB25771-8C93-2998-1761-74A25BB3748D}"/>
          </ac:spMkLst>
        </pc:spChg>
        <pc:spChg chg="add mod">
          <ac:chgData name="Dante Smith" userId="bdf5ebe96f55e70a" providerId="LiveId" clId="{179BD7E3-9BDA-46E0-AD77-C9A5BE7CA305}" dt="2023-05-01T18:16:11.655" v="2267" actId="1076"/>
          <ac:spMkLst>
            <pc:docMk/>
            <pc:sldMk cId="2984206278" sldId="267"/>
            <ac:spMk id="7" creationId="{E58461A7-032E-7EAE-CC66-2ACC6564F34C}"/>
          </ac:spMkLst>
        </pc:spChg>
        <pc:spChg chg="add mod">
          <ac:chgData name="Dante Smith" userId="bdf5ebe96f55e70a" providerId="LiveId" clId="{179BD7E3-9BDA-46E0-AD77-C9A5BE7CA305}" dt="2023-05-01T18:16:04.265" v="2265" actId="1076"/>
          <ac:spMkLst>
            <pc:docMk/>
            <pc:sldMk cId="2984206278" sldId="267"/>
            <ac:spMk id="8" creationId="{A09B7EC4-5FEC-894F-4368-DF7BA1090641}"/>
          </ac:spMkLst>
        </pc:spChg>
        <pc:spChg chg="add mod">
          <ac:chgData name="Dante Smith" userId="bdf5ebe96f55e70a" providerId="LiveId" clId="{179BD7E3-9BDA-46E0-AD77-C9A5BE7CA305}" dt="2023-05-01T18:15:10.442" v="2239" actId="14100"/>
          <ac:spMkLst>
            <pc:docMk/>
            <pc:sldMk cId="2984206278" sldId="267"/>
            <ac:spMk id="9" creationId="{02033314-7A9F-38EE-9070-16A851A422B1}"/>
          </ac:spMkLst>
        </pc:spChg>
        <pc:spChg chg="add mod">
          <ac:chgData name="Dante Smith" userId="bdf5ebe96f55e70a" providerId="LiveId" clId="{179BD7E3-9BDA-46E0-AD77-C9A5BE7CA305}" dt="2023-05-01T18:15:16.300" v="2247" actId="20577"/>
          <ac:spMkLst>
            <pc:docMk/>
            <pc:sldMk cId="2984206278" sldId="267"/>
            <ac:spMk id="10" creationId="{9CAF4DFD-5C90-6878-F40C-70CBF73F1166}"/>
          </ac:spMkLst>
        </pc:spChg>
        <pc:spChg chg="add mod">
          <ac:chgData name="Dante Smith" userId="bdf5ebe96f55e70a" providerId="LiveId" clId="{179BD7E3-9BDA-46E0-AD77-C9A5BE7CA305}" dt="2023-05-01T18:15:20.472" v="2254" actId="20577"/>
          <ac:spMkLst>
            <pc:docMk/>
            <pc:sldMk cId="2984206278" sldId="267"/>
            <ac:spMk id="11" creationId="{356411AF-B12A-6389-F024-C639A51780D6}"/>
          </ac:spMkLst>
        </pc:spChg>
        <pc:spChg chg="add mod">
          <ac:chgData name="Dante Smith" userId="bdf5ebe96f55e70a" providerId="LiveId" clId="{179BD7E3-9BDA-46E0-AD77-C9A5BE7CA305}" dt="2023-05-01T18:15:49.941" v="2263" actId="20577"/>
          <ac:spMkLst>
            <pc:docMk/>
            <pc:sldMk cId="2984206278" sldId="267"/>
            <ac:spMk id="12" creationId="{60955B8E-FFE5-5C1C-8221-3560E88607A3}"/>
          </ac:spMkLst>
        </pc:spChg>
        <pc:spChg chg="add mod">
          <ac:chgData name="Dante Smith" userId="bdf5ebe96f55e70a" providerId="LiveId" clId="{179BD7E3-9BDA-46E0-AD77-C9A5BE7CA305}" dt="2023-05-01T18:16:24.677" v="2277" actId="20577"/>
          <ac:spMkLst>
            <pc:docMk/>
            <pc:sldMk cId="2984206278" sldId="267"/>
            <ac:spMk id="13" creationId="{ADE1D655-D825-7196-66B5-AC09E49F9644}"/>
          </ac:spMkLst>
        </pc:spChg>
        <pc:spChg chg="add mod">
          <ac:chgData name="Dante Smith" userId="bdf5ebe96f55e70a" providerId="LiveId" clId="{179BD7E3-9BDA-46E0-AD77-C9A5BE7CA305}" dt="2023-05-01T18:16:39.618" v="2294" actId="14100"/>
          <ac:spMkLst>
            <pc:docMk/>
            <pc:sldMk cId="2984206278" sldId="267"/>
            <ac:spMk id="14" creationId="{1563ABD6-62DA-F579-8BE5-E6FDD77A91FB}"/>
          </ac:spMkLst>
        </pc:spChg>
        <pc:cxnChg chg="add">
          <ac:chgData name="Dante Smith" userId="bdf5ebe96f55e70a" providerId="LiveId" clId="{179BD7E3-9BDA-46E0-AD77-C9A5BE7CA305}" dt="2023-05-01T18:17:05.479" v="2295" actId="11529"/>
          <ac:cxnSpMkLst>
            <pc:docMk/>
            <pc:sldMk cId="2984206278" sldId="267"/>
            <ac:cxnSpMk id="16" creationId="{48180D65-B754-5EC0-645A-B9598DFA22C1}"/>
          </ac:cxnSpMkLst>
        </pc:cxnChg>
        <pc:cxnChg chg="add">
          <ac:chgData name="Dante Smith" userId="bdf5ebe96f55e70a" providerId="LiveId" clId="{179BD7E3-9BDA-46E0-AD77-C9A5BE7CA305}" dt="2023-05-01T18:17:28.204" v="2296" actId="11529"/>
          <ac:cxnSpMkLst>
            <pc:docMk/>
            <pc:sldMk cId="2984206278" sldId="267"/>
            <ac:cxnSpMk id="18" creationId="{9A9FC084-979E-F39B-37F4-AC2CF88398DB}"/>
          </ac:cxnSpMkLst>
        </pc:cxnChg>
        <pc:cxnChg chg="add">
          <ac:chgData name="Dante Smith" userId="bdf5ebe96f55e70a" providerId="LiveId" clId="{179BD7E3-9BDA-46E0-AD77-C9A5BE7CA305}" dt="2023-05-01T18:17:57.562" v="2297" actId="11529"/>
          <ac:cxnSpMkLst>
            <pc:docMk/>
            <pc:sldMk cId="2984206278" sldId="267"/>
            <ac:cxnSpMk id="20" creationId="{23859103-A4B5-67EB-B6C5-9A1D92642AC7}"/>
          </ac:cxnSpMkLst>
        </pc:cxnChg>
        <pc:cxnChg chg="add del mod">
          <ac:chgData name="Dante Smith" userId="bdf5ebe96f55e70a" providerId="LiveId" clId="{179BD7E3-9BDA-46E0-AD77-C9A5BE7CA305}" dt="2023-05-01T18:18:19.444" v="2299" actId="11529"/>
          <ac:cxnSpMkLst>
            <pc:docMk/>
            <pc:sldMk cId="2984206278" sldId="267"/>
            <ac:cxnSpMk id="22" creationId="{87479DE2-2FB2-AE8D-57A6-0694D247F3FA}"/>
          </ac:cxnSpMkLst>
        </pc:cxnChg>
        <pc:cxnChg chg="add">
          <ac:chgData name="Dante Smith" userId="bdf5ebe96f55e70a" providerId="LiveId" clId="{179BD7E3-9BDA-46E0-AD77-C9A5BE7CA305}" dt="2023-05-01T18:18:29.587" v="2300" actId="11529"/>
          <ac:cxnSpMkLst>
            <pc:docMk/>
            <pc:sldMk cId="2984206278" sldId="267"/>
            <ac:cxnSpMk id="24" creationId="{AA863DAA-37B4-88FB-3582-412806F50C6A}"/>
          </ac:cxnSpMkLst>
        </pc:cxnChg>
        <pc:cxnChg chg="add">
          <ac:chgData name="Dante Smith" userId="bdf5ebe96f55e70a" providerId="LiveId" clId="{179BD7E3-9BDA-46E0-AD77-C9A5BE7CA305}" dt="2023-05-01T18:19:55.323" v="2301" actId="11529"/>
          <ac:cxnSpMkLst>
            <pc:docMk/>
            <pc:sldMk cId="2984206278" sldId="267"/>
            <ac:cxnSpMk id="26" creationId="{75FA4F68-5927-9A82-C35F-9FDFB927B499}"/>
          </ac:cxnSpMkLst>
        </pc:cxnChg>
      </pc:sldChg>
      <pc:sldChg chg="addSp delSp modSp new mod setBg">
        <pc:chgData name="Dante Smith" userId="bdf5ebe96f55e70a" providerId="LiveId" clId="{179BD7E3-9BDA-46E0-AD77-C9A5BE7CA305}" dt="2023-05-02T10:04:34.680" v="7213" actId="1076"/>
        <pc:sldMkLst>
          <pc:docMk/>
          <pc:sldMk cId="4189481754" sldId="267"/>
        </pc:sldMkLst>
        <pc:spChg chg="mod">
          <ac:chgData name="Dante Smith" userId="bdf5ebe96f55e70a" providerId="LiveId" clId="{179BD7E3-9BDA-46E0-AD77-C9A5BE7CA305}" dt="2023-05-02T09:40:33.524" v="7032" actId="26606"/>
          <ac:spMkLst>
            <pc:docMk/>
            <pc:sldMk cId="4189481754" sldId="267"/>
            <ac:spMk id="2" creationId="{F2C1BAC1-F974-6E08-507D-63D099A46B0C}"/>
          </ac:spMkLst>
        </pc:spChg>
        <pc:spChg chg="del">
          <ac:chgData name="Dante Smith" userId="bdf5ebe96f55e70a" providerId="LiveId" clId="{179BD7E3-9BDA-46E0-AD77-C9A5BE7CA305}" dt="2023-05-02T06:56:00.770" v="2316" actId="478"/>
          <ac:spMkLst>
            <pc:docMk/>
            <pc:sldMk cId="4189481754" sldId="267"/>
            <ac:spMk id="3" creationId="{5521B421-8492-4C1C-3F4C-53AAC9CFA1F0}"/>
          </ac:spMkLst>
        </pc:spChg>
        <pc:spChg chg="add mod">
          <ac:chgData name="Dante Smith" userId="bdf5ebe96f55e70a" providerId="LiveId" clId="{179BD7E3-9BDA-46E0-AD77-C9A5BE7CA305}" dt="2023-05-02T10:04:27.556" v="7212" actId="1076"/>
          <ac:spMkLst>
            <pc:docMk/>
            <pc:sldMk cId="4189481754" sldId="267"/>
            <ac:spMk id="8" creationId="{F9F17A04-B7E2-A970-C09A-6199F6510CC5}"/>
          </ac:spMkLst>
        </pc:spChg>
        <pc:spChg chg="add mod">
          <ac:chgData name="Dante Smith" userId="bdf5ebe96f55e70a" providerId="LiveId" clId="{179BD7E3-9BDA-46E0-AD77-C9A5BE7CA305}" dt="2023-05-02T09:40:33.524" v="7032" actId="26606"/>
          <ac:spMkLst>
            <pc:docMk/>
            <pc:sldMk cId="4189481754" sldId="267"/>
            <ac:spMk id="9" creationId="{32A39BD0-D8A7-B118-2B2C-F59BF0AE5C32}"/>
          </ac:spMkLst>
        </pc:spChg>
        <pc:spChg chg="add mod">
          <ac:chgData name="Dante Smith" userId="bdf5ebe96f55e70a" providerId="LiveId" clId="{179BD7E3-9BDA-46E0-AD77-C9A5BE7CA305}" dt="2023-05-02T10:04:34.680" v="7213" actId="1076"/>
          <ac:spMkLst>
            <pc:docMk/>
            <pc:sldMk cId="4189481754" sldId="267"/>
            <ac:spMk id="10" creationId="{6FDBC8EF-4FC0-7A24-4271-087241ACDFD7}"/>
          </ac:spMkLst>
        </pc:spChg>
        <pc:spChg chg="add del">
          <ac:chgData name="Dante Smith" userId="bdf5ebe96f55e70a" providerId="LiveId" clId="{179BD7E3-9BDA-46E0-AD77-C9A5BE7CA305}" dt="2023-05-02T09:40:33.524" v="7032" actId="26606"/>
          <ac:spMkLst>
            <pc:docMk/>
            <pc:sldMk cId="4189481754" sldId="267"/>
            <ac:spMk id="12" creationId="{738F59A4-4431-460D-8E49-6E65C189A566}"/>
          </ac:spMkLst>
        </pc:spChg>
        <pc:spChg chg="add del">
          <ac:chgData name="Dante Smith" userId="bdf5ebe96f55e70a" providerId="LiveId" clId="{179BD7E3-9BDA-46E0-AD77-C9A5BE7CA305}" dt="2023-05-02T09:33:30.531" v="6987" actId="26606"/>
          <ac:spMkLst>
            <pc:docMk/>
            <pc:sldMk cId="4189481754" sldId="267"/>
            <ac:spMk id="15" creationId="{2A11688B-0A27-4E86-8D55-76F71ADF299B}"/>
          </ac:spMkLst>
        </pc:spChg>
        <pc:spChg chg="add del">
          <ac:chgData name="Dante Smith" userId="bdf5ebe96f55e70a" providerId="LiveId" clId="{179BD7E3-9BDA-46E0-AD77-C9A5BE7CA305}" dt="2023-05-02T09:38:30.022" v="7016" actId="26606"/>
          <ac:spMkLst>
            <pc:docMk/>
            <pc:sldMk cId="4189481754" sldId="267"/>
            <ac:spMk id="19" creationId="{9DECDBF4-02B6-4BB4-B65B-B8107AD6A9E8}"/>
          </ac:spMkLst>
        </pc:spChg>
        <pc:spChg chg="add del">
          <ac:chgData name="Dante Smith" userId="bdf5ebe96f55e70a" providerId="LiveId" clId="{179BD7E3-9BDA-46E0-AD77-C9A5BE7CA305}" dt="2023-05-02T09:33:30.531" v="6987" actId="26606"/>
          <ac:spMkLst>
            <pc:docMk/>
            <pc:sldMk cId="4189481754" sldId="267"/>
            <ac:spMk id="21" creationId="{40F88E6C-5782-452A-8C4F-9D2C2EAC8499}"/>
          </ac:spMkLst>
        </pc:spChg>
        <pc:spChg chg="add del">
          <ac:chgData name="Dante Smith" userId="bdf5ebe96f55e70a" providerId="LiveId" clId="{179BD7E3-9BDA-46E0-AD77-C9A5BE7CA305}" dt="2023-05-02T09:33:38.248" v="6989" actId="26606"/>
          <ac:spMkLst>
            <pc:docMk/>
            <pc:sldMk cId="4189481754" sldId="267"/>
            <ac:spMk id="23" creationId="{7301F447-EEF7-48F5-AF73-7566EE7F64AD}"/>
          </ac:spMkLst>
        </pc:spChg>
        <pc:spChg chg="add del">
          <ac:chgData name="Dante Smith" userId="bdf5ebe96f55e70a" providerId="LiveId" clId="{179BD7E3-9BDA-46E0-AD77-C9A5BE7CA305}" dt="2023-05-02T09:33:38.248" v="6989" actId="26606"/>
          <ac:spMkLst>
            <pc:docMk/>
            <pc:sldMk cId="4189481754" sldId="267"/>
            <ac:spMk id="24" creationId="{F7117410-A2A4-4085-9ADC-46744551DBDE}"/>
          </ac:spMkLst>
        </pc:spChg>
        <pc:spChg chg="add del">
          <ac:chgData name="Dante Smith" userId="bdf5ebe96f55e70a" providerId="LiveId" clId="{179BD7E3-9BDA-46E0-AD77-C9A5BE7CA305}" dt="2023-05-02T09:33:38.248" v="6989" actId="26606"/>
          <ac:spMkLst>
            <pc:docMk/>
            <pc:sldMk cId="4189481754" sldId="267"/>
            <ac:spMk id="25" creationId="{99F74EB5-E547-4FB4-95F5-BCC788F3C4A0}"/>
          </ac:spMkLst>
        </pc:spChg>
        <pc:spChg chg="add del">
          <ac:chgData name="Dante Smith" userId="bdf5ebe96f55e70a" providerId="LiveId" clId="{179BD7E3-9BDA-46E0-AD77-C9A5BE7CA305}" dt="2023-05-02T09:38:30.022" v="7016" actId="26606"/>
          <ac:spMkLst>
            <pc:docMk/>
            <pc:sldMk cId="4189481754" sldId="267"/>
            <ac:spMk id="27" creationId="{53B021B3-DE93-4AB7-8A18-CF5F1CED88B8}"/>
          </ac:spMkLst>
        </pc:spChg>
        <pc:spChg chg="add del">
          <ac:chgData name="Dante Smith" userId="bdf5ebe96f55e70a" providerId="LiveId" clId="{179BD7E3-9BDA-46E0-AD77-C9A5BE7CA305}" dt="2023-05-02T09:38:30.022" v="7016" actId="26606"/>
          <ac:spMkLst>
            <pc:docMk/>
            <pc:sldMk cId="4189481754" sldId="267"/>
            <ac:spMk id="28" creationId="{52D502E5-F6B4-4D58-B4AE-FC466FF15EE8}"/>
          </ac:spMkLst>
        </pc:spChg>
        <pc:grpChg chg="add del">
          <ac:chgData name="Dante Smith" userId="bdf5ebe96f55e70a" providerId="LiveId" clId="{179BD7E3-9BDA-46E0-AD77-C9A5BE7CA305}" dt="2023-05-02T09:40:33.524" v="7032" actId="26606"/>
          <ac:grpSpMkLst>
            <pc:docMk/>
            <pc:sldMk cId="4189481754" sldId="267"/>
            <ac:grpSpMk id="13" creationId="{8A919B9C-5C01-47E4-B2F2-45F589208ABF}"/>
          </ac:grpSpMkLst>
        </pc:grpChg>
        <pc:grpChg chg="add del">
          <ac:chgData name="Dante Smith" userId="bdf5ebe96f55e70a" providerId="LiveId" clId="{179BD7E3-9BDA-46E0-AD77-C9A5BE7CA305}" dt="2023-05-02T09:33:30.531" v="6987" actId="26606"/>
          <ac:grpSpMkLst>
            <pc:docMk/>
            <pc:sldMk cId="4189481754" sldId="267"/>
            <ac:grpSpMk id="17" creationId="{C84A868B-654E-447C-8D9C-0F9328308CA2}"/>
          </ac:grpSpMkLst>
        </pc:grpChg>
        <pc:picChg chg="add mod">
          <ac:chgData name="Dante Smith" userId="bdf5ebe96f55e70a" providerId="LiveId" clId="{179BD7E3-9BDA-46E0-AD77-C9A5BE7CA305}" dt="2023-05-02T10:03:58.677" v="7194" actId="1076"/>
          <ac:picMkLst>
            <pc:docMk/>
            <pc:sldMk cId="4189481754" sldId="267"/>
            <ac:picMk id="5" creationId="{803AB547-811D-C734-7B9B-E9D06CE6E818}"/>
          </ac:picMkLst>
        </pc:picChg>
        <pc:picChg chg="add mod">
          <ac:chgData name="Dante Smith" userId="bdf5ebe96f55e70a" providerId="LiveId" clId="{179BD7E3-9BDA-46E0-AD77-C9A5BE7CA305}" dt="2023-05-02T09:40:33.524" v="7032" actId="26606"/>
          <ac:picMkLst>
            <pc:docMk/>
            <pc:sldMk cId="4189481754" sldId="267"/>
            <ac:picMk id="7" creationId="{9D93626A-39C5-D903-54D7-2D2AC4568DF6}"/>
          </ac:picMkLst>
        </pc:picChg>
      </pc:sldChg>
      <pc:sldChg chg="new del">
        <pc:chgData name="Dante Smith" userId="bdf5ebe96f55e70a" providerId="LiveId" clId="{179BD7E3-9BDA-46E0-AD77-C9A5BE7CA305}" dt="2023-05-02T07:06:40.963" v="2470" actId="680"/>
        <pc:sldMkLst>
          <pc:docMk/>
          <pc:sldMk cId="99768216" sldId="268"/>
        </pc:sldMkLst>
      </pc:sldChg>
      <pc:sldChg chg="addSp delSp modSp new mod setBg">
        <pc:chgData name="Dante Smith" userId="bdf5ebe96f55e70a" providerId="LiveId" clId="{179BD7E3-9BDA-46E0-AD77-C9A5BE7CA305}" dt="2023-05-02T10:05:07.227" v="7217" actId="1076"/>
        <pc:sldMkLst>
          <pc:docMk/>
          <pc:sldMk cId="2062074704" sldId="268"/>
        </pc:sldMkLst>
        <pc:spChg chg="mod">
          <ac:chgData name="Dante Smith" userId="bdf5ebe96f55e70a" providerId="LiveId" clId="{179BD7E3-9BDA-46E0-AD77-C9A5BE7CA305}" dt="2023-05-02T09:36:47.307" v="7004" actId="26606"/>
          <ac:spMkLst>
            <pc:docMk/>
            <pc:sldMk cId="2062074704" sldId="268"/>
            <ac:spMk id="2" creationId="{4ABDCB4C-A525-9A2A-D453-88F4FED476D8}"/>
          </ac:spMkLst>
        </pc:spChg>
        <pc:spChg chg="add del mod">
          <ac:chgData name="Dante Smith" userId="bdf5ebe96f55e70a" providerId="LiveId" clId="{179BD7E3-9BDA-46E0-AD77-C9A5BE7CA305}" dt="2023-05-02T10:05:07.227" v="7217" actId="1076"/>
          <ac:spMkLst>
            <pc:docMk/>
            <pc:sldMk cId="2062074704" sldId="268"/>
            <ac:spMk id="3" creationId="{CCF43676-E4A2-FD11-F947-77C10DB1A144}"/>
          </ac:spMkLst>
        </pc:spChg>
        <pc:spChg chg="add mod">
          <ac:chgData name="Dante Smith" userId="bdf5ebe96f55e70a" providerId="LiveId" clId="{179BD7E3-9BDA-46E0-AD77-C9A5BE7CA305}" dt="2023-05-02T10:04:47.581" v="7214" actId="1076"/>
          <ac:spMkLst>
            <pc:docMk/>
            <pc:sldMk cId="2062074704" sldId="268"/>
            <ac:spMk id="4" creationId="{E96FF487-44C5-4F95-E5C6-896A9D7EF700}"/>
          </ac:spMkLst>
        </pc:spChg>
        <pc:spChg chg="add del">
          <ac:chgData name="Dante Smith" userId="bdf5ebe96f55e70a" providerId="LiveId" clId="{179BD7E3-9BDA-46E0-AD77-C9A5BE7CA305}" dt="2023-05-02T09:36:43.907" v="7002" actId="26606"/>
          <ac:spMkLst>
            <pc:docMk/>
            <pc:sldMk cId="2062074704" sldId="268"/>
            <ac:spMk id="9" creationId="{8CA06CD6-90CA-4C45-856C-6771339E1E22}"/>
          </ac:spMkLst>
        </pc:spChg>
        <pc:spChg chg="add del">
          <ac:chgData name="Dante Smith" userId="bdf5ebe96f55e70a" providerId="LiveId" clId="{179BD7E3-9BDA-46E0-AD77-C9A5BE7CA305}" dt="2023-05-02T09:36:43.907" v="7002" actId="26606"/>
          <ac:spMkLst>
            <pc:docMk/>
            <pc:sldMk cId="2062074704" sldId="268"/>
            <ac:spMk id="10" creationId="{CCF43676-E4A2-FD11-F947-77C10DB1A144}"/>
          </ac:spMkLst>
        </pc:spChg>
        <pc:spChg chg="add del">
          <ac:chgData name="Dante Smith" userId="bdf5ebe96f55e70a" providerId="LiveId" clId="{179BD7E3-9BDA-46E0-AD77-C9A5BE7CA305}" dt="2023-05-02T09:36:47.307" v="7004" actId="26606"/>
          <ac:spMkLst>
            <pc:docMk/>
            <pc:sldMk cId="2062074704" sldId="268"/>
            <ac:spMk id="13" creationId="{B36F400F-DF28-43BC-8D8E-4929793B392A}"/>
          </ac:spMkLst>
        </pc:spChg>
        <pc:spChg chg="add del">
          <ac:chgData name="Dante Smith" userId="bdf5ebe96f55e70a" providerId="LiveId" clId="{179BD7E3-9BDA-46E0-AD77-C9A5BE7CA305}" dt="2023-05-02T09:36:47.307" v="7004" actId="26606"/>
          <ac:spMkLst>
            <pc:docMk/>
            <pc:sldMk cId="2062074704" sldId="268"/>
            <ac:spMk id="14" creationId="{CCF43676-E4A2-FD11-F947-77C10DB1A144}"/>
          </ac:spMkLst>
        </pc:spChg>
        <pc:graphicFrameChg chg="add del">
          <ac:chgData name="Dante Smith" userId="bdf5ebe96f55e70a" providerId="LiveId" clId="{179BD7E3-9BDA-46E0-AD77-C9A5BE7CA305}" dt="2023-05-02T09:36:24.109" v="6996" actId="26606"/>
          <ac:graphicFrameMkLst>
            <pc:docMk/>
            <pc:sldMk cId="2062074704" sldId="268"/>
            <ac:graphicFrameMk id="6" creationId="{906D59CC-40C2-084A-8FEC-075E7E870219}"/>
          </ac:graphicFrameMkLst>
        </pc:graphicFrameChg>
        <pc:graphicFrameChg chg="add del">
          <ac:chgData name="Dante Smith" userId="bdf5ebe96f55e70a" providerId="LiveId" clId="{179BD7E3-9BDA-46E0-AD77-C9A5BE7CA305}" dt="2023-05-02T09:36:33.799" v="6998" actId="26606"/>
          <ac:graphicFrameMkLst>
            <pc:docMk/>
            <pc:sldMk cId="2062074704" sldId="268"/>
            <ac:graphicFrameMk id="7" creationId="{E8A070B2-7D3C-217B-C7AC-8C6B47C3C20A}"/>
          </ac:graphicFrameMkLst>
        </pc:graphicFrameChg>
        <pc:graphicFrameChg chg="add del">
          <ac:chgData name="Dante Smith" userId="bdf5ebe96f55e70a" providerId="LiveId" clId="{179BD7E3-9BDA-46E0-AD77-C9A5BE7CA305}" dt="2023-05-02T09:36:42.244" v="7000" actId="26606"/>
          <ac:graphicFrameMkLst>
            <pc:docMk/>
            <pc:sldMk cId="2062074704" sldId="268"/>
            <ac:graphicFrameMk id="8" creationId="{B0657FEB-1A6F-CE9E-26E7-B94407F1A476}"/>
          </ac:graphicFrameMkLst>
        </pc:graphicFrameChg>
        <pc:cxnChg chg="add del">
          <ac:chgData name="Dante Smith" userId="bdf5ebe96f55e70a" providerId="LiveId" clId="{179BD7E3-9BDA-46E0-AD77-C9A5BE7CA305}" dt="2023-05-02T09:36:43.907" v="7002" actId="26606"/>
          <ac:cxnSpMkLst>
            <pc:docMk/>
            <pc:sldMk cId="2062074704" sldId="268"/>
            <ac:cxnSpMk id="11" creationId="{5021601D-2758-4B15-A31C-FDA184C51B3A}"/>
          </ac:cxnSpMkLst>
        </pc:cxnChg>
      </pc:sldChg>
      <pc:sldChg chg="addSp modSp new mod">
        <pc:chgData name="Dante Smith" userId="bdf5ebe96f55e70a" providerId="LiveId" clId="{179BD7E3-9BDA-46E0-AD77-C9A5BE7CA305}" dt="2023-05-02T16:37:22.326" v="8121" actId="20577"/>
        <pc:sldMkLst>
          <pc:docMk/>
          <pc:sldMk cId="3438720790" sldId="269"/>
        </pc:sldMkLst>
        <pc:spChg chg="mod">
          <ac:chgData name="Dante Smith" userId="bdf5ebe96f55e70a" providerId="LiveId" clId="{179BD7E3-9BDA-46E0-AD77-C9A5BE7CA305}" dt="2023-05-02T09:40:54.787" v="7039"/>
          <ac:spMkLst>
            <pc:docMk/>
            <pc:sldMk cId="3438720790" sldId="269"/>
            <ac:spMk id="2" creationId="{41427F0B-2FEE-003E-3796-8F91A6748811}"/>
          </ac:spMkLst>
        </pc:spChg>
        <pc:spChg chg="mod">
          <ac:chgData name="Dante Smith" userId="bdf5ebe96f55e70a" providerId="LiveId" clId="{179BD7E3-9BDA-46E0-AD77-C9A5BE7CA305}" dt="2023-05-02T16:37:22.326" v="8121" actId="20577"/>
          <ac:spMkLst>
            <pc:docMk/>
            <pc:sldMk cId="3438720790" sldId="269"/>
            <ac:spMk id="3" creationId="{E760D532-2F26-2916-DC15-CA98DC374462}"/>
          </ac:spMkLst>
        </pc:spChg>
        <pc:spChg chg="add mod">
          <ac:chgData name="Dante Smith" userId="bdf5ebe96f55e70a" providerId="LiveId" clId="{179BD7E3-9BDA-46E0-AD77-C9A5BE7CA305}" dt="2023-05-02T10:04:53.004" v="7215" actId="1076"/>
          <ac:spMkLst>
            <pc:docMk/>
            <pc:sldMk cId="3438720790" sldId="269"/>
            <ac:spMk id="4" creationId="{567A36EB-3448-0902-45AD-7D3275B89291}"/>
          </ac:spMkLst>
        </pc:spChg>
      </pc:sldChg>
      <pc:sldChg chg="addSp delSp modSp new mod setBg">
        <pc:chgData name="Dante Smith" userId="bdf5ebe96f55e70a" providerId="LiveId" clId="{179BD7E3-9BDA-46E0-AD77-C9A5BE7CA305}" dt="2023-05-02T16:26:27" v="8077" actId="20577"/>
        <pc:sldMkLst>
          <pc:docMk/>
          <pc:sldMk cId="1774849085" sldId="270"/>
        </pc:sldMkLst>
        <pc:spChg chg="mod">
          <ac:chgData name="Dante Smith" userId="bdf5ebe96f55e70a" providerId="LiveId" clId="{179BD7E3-9BDA-46E0-AD77-C9A5BE7CA305}" dt="2023-05-02T09:40:54.787" v="7039"/>
          <ac:spMkLst>
            <pc:docMk/>
            <pc:sldMk cId="1774849085" sldId="270"/>
            <ac:spMk id="2" creationId="{2F234AFD-12D4-DCEE-DC19-E0E00CE33D19}"/>
          </ac:spMkLst>
        </pc:spChg>
        <pc:spChg chg="add del mod">
          <ac:chgData name="Dante Smith" userId="bdf5ebe96f55e70a" providerId="LiveId" clId="{179BD7E3-9BDA-46E0-AD77-C9A5BE7CA305}" dt="2023-05-02T16:26:27" v="8077" actId="20577"/>
          <ac:spMkLst>
            <pc:docMk/>
            <pc:sldMk cId="1774849085" sldId="270"/>
            <ac:spMk id="3" creationId="{C5FD4AF8-ACFB-2B75-5ABC-E3389FF96869}"/>
          </ac:spMkLst>
        </pc:spChg>
        <pc:spChg chg="add del">
          <ac:chgData name="Dante Smith" userId="bdf5ebe96f55e70a" providerId="LiveId" clId="{179BD7E3-9BDA-46E0-AD77-C9A5BE7CA305}" dt="2023-05-02T09:40:26.747" v="7029" actId="26606"/>
          <ac:spMkLst>
            <pc:docMk/>
            <pc:sldMk cId="1774849085" sldId="270"/>
            <ac:spMk id="9" creationId="{738F59A4-4431-460D-8E49-6E65C189A566}"/>
          </ac:spMkLst>
        </pc:spChg>
        <pc:spChg chg="add del">
          <ac:chgData name="Dante Smith" userId="bdf5ebe96f55e70a" providerId="LiveId" clId="{179BD7E3-9BDA-46E0-AD77-C9A5BE7CA305}" dt="2023-05-02T09:40:30.122" v="7031" actId="26606"/>
          <ac:spMkLst>
            <pc:docMk/>
            <pc:sldMk cId="1774849085" sldId="270"/>
            <ac:spMk id="15" creationId="{738F59A4-4431-460D-8E49-6E65C189A566}"/>
          </ac:spMkLst>
        </pc:spChg>
        <pc:grpChg chg="add del">
          <ac:chgData name="Dante Smith" userId="bdf5ebe96f55e70a" providerId="LiveId" clId="{179BD7E3-9BDA-46E0-AD77-C9A5BE7CA305}" dt="2023-05-02T09:40:26.747" v="7029" actId="26606"/>
          <ac:grpSpMkLst>
            <pc:docMk/>
            <pc:sldMk cId="1774849085" sldId="270"/>
            <ac:grpSpMk id="11" creationId="{8A919B9C-5C01-47E4-B2F2-45F589208ABF}"/>
          </ac:grpSpMkLst>
        </pc:grpChg>
        <pc:grpChg chg="add del">
          <ac:chgData name="Dante Smith" userId="bdf5ebe96f55e70a" providerId="LiveId" clId="{179BD7E3-9BDA-46E0-AD77-C9A5BE7CA305}" dt="2023-05-02T09:40:30.122" v="7031" actId="26606"/>
          <ac:grpSpMkLst>
            <pc:docMk/>
            <pc:sldMk cId="1774849085" sldId="270"/>
            <ac:grpSpMk id="16" creationId="{8A919B9C-5C01-47E4-B2F2-45F589208ABF}"/>
          </ac:grpSpMkLst>
        </pc:grpChg>
        <pc:graphicFrameChg chg="add del">
          <ac:chgData name="Dante Smith" userId="bdf5ebe96f55e70a" providerId="LiveId" clId="{179BD7E3-9BDA-46E0-AD77-C9A5BE7CA305}" dt="2023-05-02T09:40:26.747" v="7029" actId="26606"/>
          <ac:graphicFrameMkLst>
            <pc:docMk/>
            <pc:sldMk cId="1774849085" sldId="270"/>
            <ac:graphicFrameMk id="5" creationId="{A5421362-B012-EB17-7394-2EB204495E9A}"/>
          </ac:graphicFrameMkLst>
        </pc:graphicFrameChg>
        <pc:graphicFrameChg chg="add del">
          <ac:chgData name="Dante Smith" userId="bdf5ebe96f55e70a" providerId="LiveId" clId="{179BD7E3-9BDA-46E0-AD77-C9A5BE7CA305}" dt="2023-05-02T09:40:30.122" v="7031" actId="26606"/>
          <ac:graphicFrameMkLst>
            <pc:docMk/>
            <pc:sldMk cId="1774849085" sldId="270"/>
            <ac:graphicFrameMk id="19" creationId="{E569B66F-94F7-F07F-82E4-744F5D8C5E0B}"/>
          </ac:graphicFrameMkLst>
        </pc:graphicFrameChg>
      </pc:sldChg>
      <pc:sldChg chg="addSp delSp modSp new mod ord">
        <pc:chgData name="Dante Smith" userId="bdf5ebe96f55e70a" providerId="LiveId" clId="{179BD7E3-9BDA-46E0-AD77-C9A5BE7CA305}" dt="2023-05-07T00:04:40.943" v="8195" actId="1076"/>
        <pc:sldMkLst>
          <pc:docMk/>
          <pc:sldMk cId="1023510467" sldId="271"/>
        </pc:sldMkLst>
        <pc:spChg chg="mod">
          <ac:chgData name="Dante Smith" userId="bdf5ebe96f55e70a" providerId="LiveId" clId="{179BD7E3-9BDA-46E0-AD77-C9A5BE7CA305}" dt="2023-05-02T09:46:14.741" v="7087" actId="14100"/>
          <ac:spMkLst>
            <pc:docMk/>
            <pc:sldMk cId="1023510467" sldId="271"/>
            <ac:spMk id="2" creationId="{86B7B712-6D6D-F111-8664-E16B4BF76E4A}"/>
          </ac:spMkLst>
        </pc:spChg>
        <pc:spChg chg="add mod">
          <ac:chgData name="Dante Smith" userId="bdf5ebe96f55e70a" providerId="LiveId" clId="{179BD7E3-9BDA-46E0-AD77-C9A5BE7CA305}" dt="2023-05-07T00:04:40.943" v="8195" actId="1076"/>
          <ac:spMkLst>
            <pc:docMk/>
            <pc:sldMk cId="1023510467" sldId="271"/>
            <ac:spMk id="11" creationId="{700A49B7-9F0A-8684-1702-15B95ACC33AB}"/>
          </ac:spMkLst>
        </pc:spChg>
        <pc:spChg chg="add mod">
          <ac:chgData name="Dante Smith" userId="bdf5ebe96f55e70a" providerId="LiveId" clId="{179BD7E3-9BDA-46E0-AD77-C9A5BE7CA305}" dt="2023-05-02T09:46:58.271" v="7092" actId="1076"/>
          <ac:spMkLst>
            <pc:docMk/>
            <pc:sldMk cId="1023510467" sldId="271"/>
            <ac:spMk id="12" creationId="{24E2A8BD-E150-73B4-2734-B5646A073131}"/>
          </ac:spMkLst>
        </pc:spChg>
        <pc:spChg chg="add mod">
          <ac:chgData name="Dante Smith" userId="bdf5ebe96f55e70a" providerId="LiveId" clId="{179BD7E3-9BDA-46E0-AD77-C9A5BE7CA305}" dt="2023-05-02T09:46:58.271" v="7092" actId="1076"/>
          <ac:spMkLst>
            <pc:docMk/>
            <pc:sldMk cId="1023510467" sldId="271"/>
            <ac:spMk id="13" creationId="{C2829F40-42BF-521F-AC35-EEB299A77B6D}"/>
          </ac:spMkLst>
        </pc:spChg>
        <pc:spChg chg="add mod">
          <ac:chgData name="Dante Smith" userId="bdf5ebe96f55e70a" providerId="LiveId" clId="{179BD7E3-9BDA-46E0-AD77-C9A5BE7CA305}" dt="2023-05-02T09:46:58.271" v="7092" actId="1076"/>
          <ac:spMkLst>
            <pc:docMk/>
            <pc:sldMk cId="1023510467" sldId="271"/>
            <ac:spMk id="14" creationId="{8405D788-76C0-9477-EAB5-B60B51E0017F}"/>
          </ac:spMkLst>
        </pc:spChg>
        <pc:spChg chg="add del">
          <ac:chgData name="Dante Smith" userId="bdf5ebe96f55e70a" providerId="LiveId" clId="{179BD7E3-9BDA-46E0-AD77-C9A5BE7CA305}" dt="2023-05-02T08:47:30.528" v="5758" actId="22"/>
          <ac:spMkLst>
            <pc:docMk/>
            <pc:sldMk cId="1023510467" sldId="271"/>
            <ac:spMk id="16" creationId="{4AC2E3E1-4B35-5675-5A6C-17A22AB299DF}"/>
          </ac:spMkLst>
        </pc:spChg>
        <pc:spChg chg="add mod">
          <ac:chgData name="Dante Smith" userId="bdf5ebe96f55e70a" providerId="LiveId" clId="{179BD7E3-9BDA-46E0-AD77-C9A5BE7CA305}" dt="2023-05-02T09:46:58.271" v="7092" actId="1076"/>
          <ac:spMkLst>
            <pc:docMk/>
            <pc:sldMk cId="1023510467" sldId="271"/>
            <ac:spMk id="17" creationId="{14302F50-3BDA-D0E4-F3C5-D0D65653EEB6}"/>
          </ac:spMkLst>
        </pc:spChg>
        <pc:picChg chg="add del mod">
          <ac:chgData name="Dante Smith" userId="bdf5ebe96f55e70a" providerId="LiveId" clId="{179BD7E3-9BDA-46E0-AD77-C9A5BE7CA305}" dt="2023-05-02T08:05:39.978" v="4844" actId="478"/>
          <ac:picMkLst>
            <pc:docMk/>
            <pc:sldMk cId="1023510467" sldId="271"/>
            <ac:picMk id="4" creationId="{98A6BFAA-F6C6-C035-75E1-8A63E3119A18}"/>
          </ac:picMkLst>
        </pc:picChg>
        <pc:picChg chg="add del mod">
          <ac:chgData name="Dante Smith" userId="bdf5ebe96f55e70a" providerId="LiveId" clId="{179BD7E3-9BDA-46E0-AD77-C9A5BE7CA305}" dt="2023-05-02T08:05:38.441" v="4843" actId="478"/>
          <ac:picMkLst>
            <pc:docMk/>
            <pc:sldMk cId="1023510467" sldId="271"/>
            <ac:picMk id="6" creationId="{FF809057-C598-B488-E065-A21F350328CE}"/>
          </ac:picMkLst>
        </pc:picChg>
        <pc:picChg chg="add mod">
          <ac:chgData name="Dante Smith" userId="bdf5ebe96f55e70a" providerId="LiveId" clId="{179BD7E3-9BDA-46E0-AD77-C9A5BE7CA305}" dt="2023-05-02T08:05:46.101" v="4848" actId="1076"/>
          <ac:picMkLst>
            <pc:docMk/>
            <pc:sldMk cId="1023510467" sldId="271"/>
            <ac:picMk id="8" creationId="{E06042E7-526F-4CBA-D90E-A5B55CBCD440}"/>
          </ac:picMkLst>
        </pc:picChg>
        <pc:picChg chg="add mod">
          <ac:chgData name="Dante Smith" userId="bdf5ebe96f55e70a" providerId="LiveId" clId="{179BD7E3-9BDA-46E0-AD77-C9A5BE7CA305}" dt="2023-05-02T08:05:55.338" v="4852" actId="962"/>
          <ac:picMkLst>
            <pc:docMk/>
            <pc:sldMk cId="1023510467" sldId="271"/>
            <ac:picMk id="10" creationId="{958CAAB4-43CE-6BB8-0F56-BD89A3E61B6F}"/>
          </ac:picMkLst>
        </pc:picChg>
      </pc:sldChg>
      <pc:sldChg chg="addSp modSp new mod">
        <pc:chgData name="Dante Smith" userId="bdf5ebe96f55e70a" providerId="LiveId" clId="{179BD7E3-9BDA-46E0-AD77-C9A5BE7CA305}" dt="2023-05-02T09:59:40.225" v="7185" actId="114"/>
        <pc:sldMkLst>
          <pc:docMk/>
          <pc:sldMk cId="1064182239" sldId="272"/>
        </pc:sldMkLst>
        <pc:spChg chg="mod">
          <ac:chgData name="Dante Smith" userId="bdf5ebe96f55e70a" providerId="LiveId" clId="{179BD7E3-9BDA-46E0-AD77-C9A5BE7CA305}" dt="2023-05-02T09:46:21.761" v="7088" actId="14100"/>
          <ac:spMkLst>
            <pc:docMk/>
            <pc:sldMk cId="1064182239" sldId="272"/>
            <ac:spMk id="2" creationId="{0B3C2CE3-AC31-58A5-F031-EB796CC85485}"/>
          </ac:spMkLst>
        </pc:spChg>
        <pc:spChg chg="add mod">
          <ac:chgData name="Dante Smith" userId="bdf5ebe96f55e70a" providerId="LiveId" clId="{179BD7E3-9BDA-46E0-AD77-C9A5BE7CA305}" dt="2023-05-02T09:59:40.225" v="7185" actId="114"/>
          <ac:spMkLst>
            <pc:docMk/>
            <pc:sldMk cId="1064182239" sldId="272"/>
            <ac:spMk id="7" creationId="{024F8762-3335-1601-1B21-BCCB07524B5E}"/>
          </ac:spMkLst>
        </pc:spChg>
        <pc:spChg chg="add mod">
          <ac:chgData name="Dante Smith" userId="bdf5ebe96f55e70a" providerId="LiveId" clId="{179BD7E3-9BDA-46E0-AD77-C9A5BE7CA305}" dt="2023-05-02T09:47:13.337" v="7093" actId="1076"/>
          <ac:spMkLst>
            <pc:docMk/>
            <pc:sldMk cId="1064182239" sldId="272"/>
            <ac:spMk id="8" creationId="{37712F45-B424-A89A-3118-37D49223A57E}"/>
          </ac:spMkLst>
        </pc:spChg>
        <pc:spChg chg="add mod">
          <ac:chgData name="Dante Smith" userId="bdf5ebe96f55e70a" providerId="LiveId" clId="{179BD7E3-9BDA-46E0-AD77-C9A5BE7CA305}" dt="2023-05-02T09:47:13.337" v="7093" actId="1076"/>
          <ac:spMkLst>
            <pc:docMk/>
            <pc:sldMk cId="1064182239" sldId="272"/>
            <ac:spMk id="9" creationId="{E8AEE214-9D01-405B-B8DC-8F514EC41F96}"/>
          </ac:spMkLst>
        </pc:spChg>
        <pc:spChg chg="add mod">
          <ac:chgData name="Dante Smith" userId="bdf5ebe96f55e70a" providerId="LiveId" clId="{179BD7E3-9BDA-46E0-AD77-C9A5BE7CA305}" dt="2023-05-02T09:47:13.337" v="7093" actId="1076"/>
          <ac:spMkLst>
            <pc:docMk/>
            <pc:sldMk cId="1064182239" sldId="272"/>
            <ac:spMk id="10" creationId="{B8152EE8-D268-032D-E609-938E30BE7CB8}"/>
          </ac:spMkLst>
        </pc:spChg>
        <pc:spChg chg="add mod">
          <ac:chgData name="Dante Smith" userId="bdf5ebe96f55e70a" providerId="LiveId" clId="{179BD7E3-9BDA-46E0-AD77-C9A5BE7CA305}" dt="2023-05-02T09:47:13.337" v="7093" actId="1076"/>
          <ac:spMkLst>
            <pc:docMk/>
            <pc:sldMk cId="1064182239" sldId="272"/>
            <ac:spMk id="11" creationId="{00FA1B2E-EFA8-D649-A0A7-5FB47EA04C85}"/>
          </ac:spMkLst>
        </pc:spChg>
        <pc:picChg chg="add mod">
          <ac:chgData name="Dante Smith" userId="bdf5ebe96f55e70a" providerId="LiveId" clId="{179BD7E3-9BDA-46E0-AD77-C9A5BE7CA305}" dt="2023-05-02T08:05:20.884" v="4837" actId="1076"/>
          <ac:picMkLst>
            <pc:docMk/>
            <pc:sldMk cId="1064182239" sldId="272"/>
            <ac:picMk id="4" creationId="{931EFB7E-B341-BB04-0DA5-0F1A11C288BA}"/>
          </ac:picMkLst>
        </pc:picChg>
        <pc:picChg chg="add mod">
          <ac:chgData name="Dante Smith" userId="bdf5ebe96f55e70a" providerId="LiveId" clId="{179BD7E3-9BDA-46E0-AD77-C9A5BE7CA305}" dt="2023-05-02T08:05:31.001" v="4841" actId="1076"/>
          <ac:picMkLst>
            <pc:docMk/>
            <pc:sldMk cId="1064182239" sldId="272"/>
            <ac:picMk id="6" creationId="{111C0F73-9587-02B7-D640-D25D89E36747}"/>
          </ac:picMkLst>
        </pc:picChg>
      </pc:sldChg>
      <pc:sldChg chg="addSp modSp new mod ord">
        <pc:chgData name="Dante Smith" userId="bdf5ebe96f55e70a" providerId="LiveId" clId="{179BD7E3-9BDA-46E0-AD77-C9A5BE7CA305}" dt="2023-05-07T00:10:43.162" v="8196" actId="1076"/>
        <pc:sldMkLst>
          <pc:docMk/>
          <pc:sldMk cId="1725039736" sldId="273"/>
        </pc:sldMkLst>
        <pc:spChg chg="mod">
          <ac:chgData name="Dante Smith" userId="bdf5ebe96f55e70a" providerId="LiveId" clId="{179BD7E3-9BDA-46E0-AD77-C9A5BE7CA305}" dt="2023-05-02T09:46:30.033" v="7089" actId="14100"/>
          <ac:spMkLst>
            <pc:docMk/>
            <pc:sldMk cId="1725039736" sldId="273"/>
            <ac:spMk id="2" creationId="{5E09C75E-F0F0-367D-0785-A8C10B09546F}"/>
          </ac:spMkLst>
        </pc:spChg>
        <pc:spChg chg="add mod">
          <ac:chgData name="Dante Smith" userId="bdf5ebe96f55e70a" providerId="LiveId" clId="{179BD7E3-9BDA-46E0-AD77-C9A5BE7CA305}" dt="2023-05-07T00:10:43.162" v="8196" actId="1076"/>
          <ac:spMkLst>
            <pc:docMk/>
            <pc:sldMk cId="1725039736" sldId="273"/>
            <ac:spMk id="7" creationId="{19BE0DC6-42BD-55C0-5842-EF8BBECE1983}"/>
          </ac:spMkLst>
        </pc:spChg>
        <pc:spChg chg="add mod">
          <ac:chgData name="Dante Smith" userId="bdf5ebe96f55e70a" providerId="LiveId" clId="{179BD7E3-9BDA-46E0-AD77-C9A5BE7CA305}" dt="2023-05-02T09:47:31.673" v="7094" actId="1076"/>
          <ac:spMkLst>
            <pc:docMk/>
            <pc:sldMk cId="1725039736" sldId="273"/>
            <ac:spMk id="8" creationId="{806D23D8-612B-0237-3310-A1E9C41DDDDC}"/>
          </ac:spMkLst>
        </pc:spChg>
        <pc:spChg chg="add mod">
          <ac:chgData name="Dante Smith" userId="bdf5ebe96f55e70a" providerId="LiveId" clId="{179BD7E3-9BDA-46E0-AD77-C9A5BE7CA305}" dt="2023-05-02T09:47:31.673" v="7094" actId="1076"/>
          <ac:spMkLst>
            <pc:docMk/>
            <pc:sldMk cId="1725039736" sldId="273"/>
            <ac:spMk id="9" creationId="{82298653-353B-F644-B37F-1808740C2FFD}"/>
          </ac:spMkLst>
        </pc:spChg>
        <pc:spChg chg="add mod">
          <ac:chgData name="Dante Smith" userId="bdf5ebe96f55e70a" providerId="LiveId" clId="{179BD7E3-9BDA-46E0-AD77-C9A5BE7CA305}" dt="2023-05-02T09:47:31.673" v="7094" actId="1076"/>
          <ac:spMkLst>
            <pc:docMk/>
            <pc:sldMk cId="1725039736" sldId="273"/>
            <ac:spMk id="10" creationId="{9C5B8A1F-67CE-09CB-F163-A60C3153939C}"/>
          </ac:spMkLst>
        </pc:spChg>
        <pc:spChg chg="add mod">
          <ac:chgData name="Dante Smith" userId="bdf5ebe96f55e70a" providerId="LiveId" clId="{179BD7E3-9BDA-46E0-AD77-C9A5BE7CA305}" dt="2023-05-02T09:47:31.673" v="7094" actId="1076"/>
          <ac:spMkLst>
            <pc:docMk/>
            <pc:sldMk cId="1725039736" sldId="273"/>
            <ac:spMk id="11" creationId="{F6C996AE-C8B5-06C5-0E80-B93AADEF4E01}"/>
          </ac:spMkLst>
        </pc:spChg>
        <pc:picChg chg="add mod">
          <ac:chgData name="Dante Smith" userId="bdf5ebe96f55e70a" providerId="LiveId" clId="{179BD7E3-9BDA-46E0-AD77-C9A5BE7CA305}" dt="2023-05-02T08:06:27.237" v="4868" actId="1076"/>
          <ac:picMkLst>
            <pc:docMk/>
            <pc:sldMk cId="1725039736" sldId="273"/>
            <ac:picMk id="4" creationId="{A6E4BA5B-1C4A-C65E-9C76-2C4F25AAFCC0}"/>
          </ac:picMkLst>
        </pc:picChg>
        <pc:picChg chg="add mod">
          <ac:chgData name="Dante Smith" userId="bdf5ebe96f55e70a" providerId="LiveId" clId="{179BD7E3-9BDA-46E0-AD77-C9A5BE7CA305}" dt="2023-05-02T08:06:38.922" v="4872" actId="1076"/>
          <ac:picMkLst>
            <pc:docMk/>
            <pc:sldMk cId="1725039736" sldId="273"/>
            <ac:picMk id="6" creationId="{8D93DB75-0F2C-E079-EB6A-DB297E17B311}"/>
          </ac:picMkLst>
        </pc:picChg>
      </pc:sldChg>
      <pc:sldChg chg="addSp modSp new mod">
        <pc:chgData name="Dante Smith" userId="bdf5ebe96f55e70a" providerId="LiveId" clId="{179BD7E3-9BDA-46E0-AD77-C9A5BE7CA305}" dt="2023-05-02T10:02:36.710" v="7188" actId="1076"/>
        <pc:sldMkLst>
          <pc:docMk/>
          <pc:sldMk cId="2099546077" sldId="274"/>
        </pc:sldMkLst>
        <pc:spChg chg="mod">
          <ac:chgData name="Dante Smith" userId="bdf5ebe96f55e70a" providerId="LiveId" clId="{179BD7E3-9BDA-46E0-AD77-C9A5BE7CA305}" dt="2023-05-02T09:46:42.913" v="7091" actId="14100"/>
          <ac:spMkLst>
            <pc:docMk/>
            <pc:sldMk cId="2099546077" sldId="274"/>
            <ac:spMk id="2" creationId="{AA0ED78B-596C-EFD7-A531-7087E901D967}"/>
          </ac:spMkLst>
        </pc:spChg>
        <pc:spChg chg="add mod">
          <ac:chgData name="Dante Smith" userId="bdf5ebe96f55e70a" providerId="LiveId" clId="{179BD7E3-9BDA-46E0-AD77-C9A5BE7CA305}" dt="2023-05-02T09:59:49.528" v="7187" actId="114"/>
          <ac:spMkLst>
            <pc:docMk/>
            <pc:sldMk cId="2099546077" sldId="274"/>
            <ac:spMk id="7" creationId="{92E61BC2-42B0-615C-D862-57084B0D18D6}"/>
          </ac:spMkLst>
        </pc:spChg>
        <pc:spChg chg="add mod">
          <ac:chgData name="Dante Smith" userId="bdf5ebe96f55e70a" providerId="LiveId" clId="{179BD7E3-9BDA-46E0-AD77-C9A5BE7CA305}" dt="2023-05-02T10:02:36.710" v="7188" actId="1076"/>
          <ac:spMkLst>
            <pc:docMk/>
            <pc:sldMk cId="2099546077" sldId="274"/>
            <ac:spMk id="8" creationId="{C5999F42-177C-0436-B96D-73ADBE498CE7}"/>
          </ac:spMkLst>
        </pc:spChg>
        <pc:spChg chg="add mod">
          <ac:chgData name="Dante Smith" userId="bdf5ebe96f55e70a" providerId="LiveId" clId="{179BD7E3-9BDA-46E0-AD77-C9A5BE7CA305}" dt="2023-05-02T10:02:36.710" v="7188" actId="1076"/>
          <ac:spMkLst>
            <pc:docMk/>
            <pc:sldMk cId="2099546077" sldId="274"/>
            <ac:spMk id="9" creationId="{FDF5783C-993B-BBE4-AABF-11C9C9C86E0D}"/>
          </ac:spMkLst>
        </pc:spChg>
        <pc:spChg chg="add mod">
          <ac:chgData name="Dante Smith" userId="bdf5ebe96f55e70a" providerId="LiveId" clId="{179BD7E3-9BDA-46E0-AD77-C9A5BE7CA305}" dt="2023-05-02T10:02:36.710" v="7188" actId="1076"/>
          <ac:spMkLst>
            <pc:docMk/>
            <pc:sldMk cId="2099546077" sldId="274"/>
            <ac:spMk id="10" creationId="{95BB8DA8-9EC2-A65D-1816-6A5635360DAD}"/>
          </ac:spMkLst>
        </pc:spChg>
        <pc:spChg chg="add mod">
          <ac:chgData name="Dante Smith" userId="bdf5ebe96f55e70a" providerId="LiveId" clId="{179BD7E3-9BDA-46E0-AD77-C9A5BE7CA305}" dt="2023-05-02T10:02:36.710" v="7188" actId="1076"/>
          <ac:spMkLst>
            <pc:docMk/>
            <pc:sldMk cId="2099546077" sldId="274"/>
            <ac:spMk id="11" creationId="{0D9191A3-7CCB-F873-0F56-97A576712395}"/>
          </ac:spMkLst>
        </pc:spChg>
        <pc:picChg chg="add mod">
          <ac:chgData name="Dante Smith" userId="bdf5ebe96f55e70a" providerId="LiveId" clId="{179BD7E3-9BDA-46E0-AD77-C9A5BE7CA305}" dt="2023-05-02T08:07:10.231" v="4886" actId="962"/>
          <ac:picMkLst>
            <pc:docMk/>
            <pc:sldMk cId="2099546077" sldId="274"/>
            <ac:picMk id="4" creationId="{A0AEA13E-2A5D-0F71-CD53-E7B9C4EE23F0}"/>
          </ac:picMkLst>
        </pc:picChg>
        <pc:picChg chg="add mod">
          <ac:chgData name="Dante Smith" userId="bdf5ebe96f55e70a" providerId="LiveId" clId="{179BD7E3-9BDA-46E0-AD77-C9A5BE7CA305}" dt="2023-05-02T08:07:20.717" v="4889" actId="27614"/>
          <ac:picMkLst>
            <pc:docMk/>
            <pc:sldMk cId="2099546077" sldId="274"/>
            <ac:picMk id="6" creationId="{2820A2EB-4749-2BF5-237C-FC1FD4D2786D}"/>
          </ac:picMkLst>
        </pc:picChg>
      </pc:sldChg>
      <pc:sldChg chg="addSp modSp new mod">
        <pc:chgData name="Dante Smith" userId="bdf5ebe96f55e70a" providerId="LiveId" clId="{179BD7E3-9BDA-46E0-AD77-C9A5BE7CA305}" dt="2023-05-02T09:59:21.817" v="7183" actId="14100"/>
        <pc:sldMkLst>
          <pc:docMk/>
          <pc:sldMk cId="1216913867" sldId="275"/>
        </pc:sldMkLst>
        <pc:spChg chg="mod">
          <ac:chgData name="Dante Smith" userId="bdf5ebe96f55e70a" providerId="LiveId" clId="{179BD7E3-9BDA-46E0-AD77-C9A5BE7CA305}" dt="2023-05-02T09:40:54.787" v="7039"/>
          <ac:spMkLst>
            <pc:docMk/>
            <pc:sldMk cId="1216913867" sldId="275"/>
            <ac:spMk id="2" creationId="{9196B03F-2DE9-18E8-93A9-BA40EDA97B73}"/>
          </ac:spMkLst>
        </pc:spChg>
        <pc:spChg chg="add mod">
          <ac:chgData name="Dante Smith" userId="bdf5ebe96f55e70a" providerId="LiveId" clId="{179BD7E3-9BDA-46E0-AD77-C9A5BE7CA305}" dt="2023-05-02T08:19:27.179" v="5046" actId="1582"/>
          <ac:spMkLst>
            <pc:docMk/>
            <pc:sldMk cId="1216913867" sldId="275"/>
            <ac:spMk id="5" creationId="{2F758E0A-AEF2-2F93-5A0F-0B3F8F74891F}"/>
          </ac:spMkLst>
        </pc:spChg>
        <pc:spChg chg="add mod">
          <ac:chgData name="Dante Smith" userId="bdf5ebe96f55e70a" providerId="LiveId" clId="{179BD7E3-9BDA-46E0-AD77-C9A5BE7CA305}" dt="2023-05-02T08:20:05.151" v="5097" actId="207"/>
          <ac:spMkLst>
            <pc:docMk/>
            <pc:sldMk cId="1216913867" sldId="275"/>
            <ac:spMk id="6" creationId="{3D7DDA40-8738-F5DA-1B81-136429E17928}"/>
          </ac:spMkLst>
        </pc:spChg>
        <pc:spChg chg="add mod">
          <ac:chgData name="Dante Smith" userId="bdf5ebe96f55e70a" providerId="LiveId" clId="{179BD7E3-9BDA-46E0-AD77-C9A5BE7CA305}" dt="2023-05-02T08:22:39.288" v="5403" actId="1076"/>
          <ac:spMkLst>
            <pc:docMk/>
            <pc:sldMk cId="1216913867" sldId="275"/>
            <ac:spMk id="7" creationId="{5B64F3A9-93B0-310D-9787-D4DC0BC2DA3F}"/>
          </ac:spMkLst>
        </pc:spChg>
        <pc:picChg chg="add mod">
          <ac:chgData name="Dante Smith" userId="bdf5ebe96f55e70a" providerId="LiveId" clId="{179BD7E3-9BDA-46E0-AD77-C9A5BE7CA305}" dt="2023-05-02T09:59:21.817" v="7183" actId="14100"/>
          <ac:picMkLst>
            <pc:docMk/>
            <pc:sldMk cId="1216913867" sldId="275"/>
            <ac:picMk id="4" creationId="{C86D4059-C79A-651E-D1B4-8BECB4980F97}"/>
          </ac:picMkLst>
        </pc:picChg>
      </pc:sldChg>
      <pc:sldChg chg="addSp delSp modSp new mod">
        <pc:chgData name="Dante Smith" userId="bdf5ebe96f55e70a" providerId="LiveId" clId="{179BD7E3-9BDA-46E0-AD77-C9A5BE7CA305}" dt="2023-05-02T09:40:54.787" v="7039"/>
        <pc:sldMkLst>
          <pc:docMk/>
          <pc:sldMk cId="1269540813" sldId="276"/>
        </pc:sldMkLst>
        <pc:spChg chg="mod">
          <ac:chgData name="Dante Smith" userId="bdf5ebe96f55e70a" providerId="LiveId" clId="{179BD7E3-9BDA-46E0-AD77-C9A5BE7CA305}" dt="2023-05-02T09:40:54.787" v="7039"/>
          <ac:spMkLst>
            <pc:docMk/>
            <pc:sldMk cId="1269540813" sldId="276"/>
            <ac:spMk id="2" creationId="{FAEC705C-F1E0-3920-339C-432445F17F1D}"/>
          </ac:spMkLst>
        </pc:spChg>
        <pc:spChg chg="add mod">
          <ac:chgData name="Dante Smith" userId="bdf5ebe96f55e70a" providerId="LiveId" clId="{179BD7E3-9BDA-46E0-AD77-C9A5BE7CA305}" dt="2023-05-02T08:15:19.920" v="5026" actId="207"/>
          <ac:spMkLst>
            <pc:docMk/>
            <pc:sldMk cId="1269540813" sldId="276"/>
            <ac:spMk id="7" creationId="{03F83191-C3B5-F1AA-4F4C-7C0F4094DAE5}"/>
          </ac:spMkLst>
        </pc:spChg>
        <pc:spChg chg="add del mod">
          <ac:chgData name="Dante Smith" userId="bdf5ebe96f55e70a" providerId="LiveId" clId="{179BD7E3-9BDA-46E0-AD77-C9A5BE7CA305}" dt="2023-05-02T08:16:54.638" v="5040" actId="11529"/>
          <ac:spMkLst>
            <pc:docMk/>
            <pc:sldMk cId="1269540813" sldId="276"/>
            <ac:spMk id="8" creationId="{82BBB298-00B1-1665-EE51-5AB04BD03BE1}"/>
          </ac:spMkLst>
        </pc:spChg>
        <pc:spChg chg="add del">
          <ac:chgData name="Dante Smith" userId="bdf5ebe96f55e70a" providerId="LiveId" clId="{179BD7E3-9BDA-46E0-AD77-C9A5BE7CA305}" dt="2023-05-02T08:17:21.569" v="5042" actId="11529"/>
          <ac:spMkLst>
            <pc:docMk/>
            <pc:sldMk cId="1269540813" sldId="276"/>
            <ac:spMk id="9" creationId="{C918D582-3D6B-3A91-61FD-C1294ED67D7F}"/>
          </ac:spMkLst>
        </pc:spChg>
        <pc:picChg chg="add mod">
          <ac:chgData name="Dante Smith" userId="bdf5ebe96f55e70a" providerId="LiveId" clId="{179BD7E3-9BDA-46E0-AD77-C9A5BE7CA305}" dt="2023-05-02T08:11:58.072" v="4965" actId="1076"/>
          <ac:picMkLst>
            <pc:docMk/>
            <pc:sldMk cId="1269540813" sldId="276"/>
            <ac:picMk id="4" creationId="{0FD340CF-CB4F-F703-8412-BC1F3221868D}"/>
          </ac:picMkLst>
        </pc:picChg>
        <pc:picChg chg="add mod">
          <ac:chgData name="Dante Smith" userId="bdf5ebe96f55e70a" providerId="LiveId" clId="{179BD7E3-9BDA-46E0-AD77-C9A5BE7CA305}" dt="2023-05-02T08:11:58.072" v="4965" actId="1076"/>
          <ac:picMkLst>
            <pc:docMk/>
            <pc:sldMk cId="1269540813" sldId="276"/>
            <ac:picMk id="6" creationId="{67B7F995-4230-A494-5DB3-40A7845290C2}"/>
          </ac:picMkLst>
        </pc:picChg>
      </pc:sldChg>
      <pc:sldChg chg="addSp modSp new mod">
        <pc:chgData name="Dante Smith" userId="bdf5ebe96f55e70a" providerId="LiveId" clId="{179BD7E3-9BDA-46E0-AD77-C9A5BE7CA305}" dt="2023-05-02T14:55:15.080" v="7218" actId="14100"/>
        <pc:sldMkLst>
          <pc:docMk/>
          <pc:sldMk cId="3239440811" sldId="277"/>
        </pc:sldMkLst>
        <pc:spChg chg="mod">
          <ac:chgData name="Dante Smith" userId="bdf5ebe96f55e70a" providerId="LiveId" clId="{179BD7E3-9BDA-46E0-AD77-C9A5BE7CA305}" dt="2023-05-02T14:55:15.080" v="7218" actId="14100"/>
          <ac:spMkLst>
            <pc:docMk/>
            <pc:sldMk cId="3239440811" sldId="277"/>
            <ac:spMk id="2" creationId="{7F9C76C3-DD01-6146-9CED-127DBDE56879}"/>
          </ac:spMkLst>
        </pc:spChg>
        <pc:spChg chg="add mod">
          <ac:chgData name="Dante Smith" userId="bdf5ebe96f55e70a" providerId="LiveId" clId="{179BD7E3-9BDA-46E0-AD77-C9A5BE7CA305}" dt="2023-05-02T08:15:49.747" v="5034" actId="1076"/>
          <ac:spMkLst>
            <pc:docMk/>
            <pc:sldMk cId="3239440811" sldId="277"/>
            <ac:spMk id="7" creationId="{BDDD4352-4DC1-C7A1-A764-DF580400C863}"/>
          </ac:spMkLst>
        </pc:spChg>
        <pc:picChg chg="add mod">
          <ac:chgData name="Dante Smith" userId="bdf5ebe96f55e70a" providerId="LiveId" clId="{179BD7E3-9BDA-46E0-AD77-C9A5BE7CA305}" dt="2023-05-02T08:12:47.162" v="5009" actId="1076"/>
          <ac:picMkLst>
            <pc:docMk/>
            <pc:sldMk cId="3239440811" sldId="277"/>
            <ac:picMk id="4" creationId="{B9433E0C-71E7-AF4D-2282-732CE9FDA0B8}"/>
          </ac:picMkLst>
        </pc:picChg>
        <pc:picChg chg="add mod">
          <ac:chgData name="Dante Smith" userId="bdf5ebe96f55e70a" providerId="LiveId" clId="{179BD7E3-9BDA-46E0-AD77-C9A5BE7CA305}" dt="2023-05-02T08:13:13.262" v="5013" actId="962"/>
          <ac:picMkLst>
            <pc:docMk/>
            <pc:sldMk cId="3239440811" sldId="277"/>
            <ac:picMk id="6" creationId="{DAD700E0-C2AE-9FC0-07D5-F8637A3312A3}"/>
          </ac:picMkLst>
        </pc:picChg>
      </pc:sldChg>
      <pc:sldChg chg="modSp new mod">
        <pc:chgData name="Dante Smith" userId="bdf5ebe96f55e70a" providerId="LiveId" clId="{179BD7E3-9BDA-46E0-AD77-C9A5BE7CA305}" dt="2023-05-02T16:27:28.472" v="8081" actId="113"/>
        <pc:sldMkLst>
          <pc:docMk/>
          <pc:sldMk cId="242727608" sldId="278"/>
        </pc:sldMkLst>
        <pc:spChg chg="mod">
          <ac:chgData name="Dante Smith" userId="bdf5ebe96f55e70a" providerId="LiveId" clId="{179BD7E3-9BDA-46E0-AD77-C9A5BE7CA305}" dt="2023-05-02T09:40:54.787" v="7039"/>
          <ac:spMkLst>
            <pc:docMk/>
            <pc:sldMk cId="242727608" sldId="278"/>
            <ac:spMk id="2" creationId="{17C72641-C383-6A04-6559-BF6951197B2E}"/>
          </ac:spMkLst>
        </pc:spChg>
        <pc:spChg chg="mod">
          <ac:chgData name="Dante Smith" userId="bdf5ebe96f55e70a" providerId="LiveId" clId="{179BD7E3-9BDA-46E0-AD77-C9A5BE7CA305}" dt="2023-05-02T16:27:28.472" v="8081" actId="113"/>
          <ac:spMkLst>
            <pc:docMk/>
            <pc:sldMk cId="242727608" sldId="278"/>
            <ac:spMk id="3" creationId="{CA910C54-1F7D-18C7-FC8A-5C364D6F48A2}"/>
          </ac:spMkLst>
        </pc:spChg>
      </pc:sldChg>
      <pc:sldChg chg="addSp delSp add del setBg delDesignElem">
        <pc:chgData name="Dante Smith" userId="bdf5ebe96f55e70a" providerId="LiveId" clId="{179BD7E3-9BDA-46E0-AD77-C9A5BE7CA305}" dt="2023-05-02T09:36:07.607" v="6994"/>
        <pc:sldMkLst>
          <pc:docMk/>
          <pc:sldMk cId="1868898705" sldId="279"/>
        </pc:sldMkLst>
        <pc:spChg chg="add del">
          <ac:chgData name="Dante Smith" userId="bdf5ebe96f55e70a" providerId="LiveId" clId="{179BD7E3-9BDA-46E0-AD77-C9A5BE7CA305}" dt="2023-05-02T09:36:07.607" v="6994"/>
          <ac:spMkLst>
            <pc:docMk/>
            <pc:sldMk cId="1868898705" sldId="279"/>
            <ac:spMk id="19" creationId="{9DECDBF4-02B6-4BB4-B65B-B8107AD6A9E8}"/>
          </ac:spMkLst>
        </pc:spChg>
        <pc:spChg chg="add del">
          <ac:chgData name="Dante Smith" userId="bdf5ebe96f55e70a" providerId="LiveId" clId="{179BD7E3-9BDA-46E0-AD77-C9A5BE7CA305}" dt="2023-05-02T09:36:07.607" v="6994"/>
          <ac:spMkLst>
            <pc:docMk/>
            <pc:sldMk cId="1868898705" sldId="279"/>
            <ac:spMk id="27" creationId="{53B021B3-DE93-4AB7-8A18-CF5F1CED88B8}"/>
          </ac:spMkLst>
        </pc:spChg>
        <pc:spChg chg="add del">
          <ac:chgData name="Dante Smith" userId="bdf5ebe96f55e70a" providerId="LiveId" clId="{179BD7E3-9BDA-46E0-AD77-C9A5BE7CA305}" dt="2023-05-02T09:36:07.607" v="6994"/>
          <ac:spMkLst>
            <pc:docMk/>
            <pc:sldMk cId="1868898705" sldId="279"/>
            <ac:spMk id="28" creationId="{52D502E5-F6B4-4D58-B4AE-FC466FF15EE8}"/>
          </ac:spMkLst>
        </pc:spChg>
      </pc:sldChg>
      <pc:sldChg chg="addSp delSp modSp new del mod setBg">
        <pc:chgData name="Dante Smith" userId="bdf5ebe96f55e70a" providerId="LiveId" clId="{179BD7E3-9BDA-46E0-AD77-C9A5BE7CA305}" dt="2023-05-02T16:21:09.150" v="7496" actId="47"/>
        <pc:sldMkLst>
          <pc:docMk/>
          <pc:sldMk cId="3954805027" sldId="279"/>
        </pc:sldMkLst>
        <pc:spChg chg="mod">
          <ac:chgData name="Dante Smith" userId="bdf5ebe96f55e70a" providerId="LiveId" clId="{179BD7E3-9BDA-46E0-AD77-C9A5BE7CA305}" dt="2023-05-02T09:58:06.047" v="7174" actId="26606"/>
          <ac:spMkLst>
            <pc:docMk/>
            <pc:sldMk cId="3954805027" sldId="279"/>
            <ac:spMk id="2" creationId="{78B072ED-DA96-159A-9538-C71D20C631E8}"/>
          </ac:spMkLst>
        </pc:spChg>
        <pc:spChg chg="add del">
          <ac:chgData name="Dante Smith" userId="bdf5ebe96f55e70a" providerId="LiveId" clId="{179BD7E3-9BDA-46E0-AD77-C9A5BE7CA305}" dt="2023-05-02T09:58:06.047" v="7174" actId="26606"/>
          <ac:spMkLst>
            <pc:docMk/>
            <pc:sldMk cId="3954805027" sldId="279"/>
            <ac:spMk id="9" creationId="{4E4490D0-3672-446A-AC12-B4830333BDDD}"/>
          </ac:spMkLst>
        </pc:spChg>
        <pc:spChg chg="add del">
          <ac:chgData name="Dante Smith" userId="bdf5ebe96f55e70a" providerId="LiveId" clId="{179BD7E3-9BDA-46E0-AD77-C9A5BE7CA305}" dt="2023-05-02T09:58:06.047" v="7174" actId="26606"/>
          <ac:spMkLst>
            <pc:docMk/>
            <pc:sldMk cId="3954805027" sldId="279"/>
            <ac:spMk id="11" creationId="{39CB82C2-DF65-4EC1-8280-F201D50F570B}"/>
          </ac:spMkLst>
        </pc:spChg>
        <pc:spChg chg="add del">
          <ac:chgData name="Dante Smith" userId="bdf5ebe96f55e70a" providerId="LiveId" clId="{179BD7E3-9BDA-46E0-AD77-C9A5BE7CA305}" dt="2023-05-02T09:58:06.047" v="7174" actId="26606"/>
          <ac:spMkLst>
            <pc:docMk/>
            <pc:sldMk cId="3954805027" sldId="279"/>
            <ac:spMk id="15" creationId="{5AE6C737-FF55-4064-94B7-0B21D2EB6045}"/>
          </ac:spMkLst>
        </pc:spChg>
        <pc:spChg chg="add del">
          <ac:chgData name="Dante Smith" userId="bdf5ebe96f55e70a" providerId="LiveId" clId="{179BD7E3-9BDA-46E0-AD77-C9A5BE7CA305}" dt="2023-05-02T09:58:06.047" v="7174" actId="26606"/>
          <ac:spMkLst>
            <pc:docMk/>
            <pc:sldMk cId="3954805027" sldId="279"/>
            <ac:spMk id="19" creationId="{D8218D9F-38B6-4AE0-9051-5434D19A5277}"/>
          </ac:spMkLst>
        </pc:spChg>
        <pc:spChg chg="add del">
          <ac:chgData name="Dante Smith" userId="bdf5ebe96f55e70a" providerId="LiveId" clId="{179BD7E3-9BDA-46E0-AD77-C9A5BE7CA305}" dt="2023-05-02T09:58:06.047" v="7174" actId="26606"/>
          <ac:spMkLst>
            <pc:docMk/>
            <pc:sldMk cId="3954805027" sldId="279"/>
            <ac:spMk id="21" creationId="{2D3DCA99-84AF-487A-BF72-91C5FA6B0B70}"/>
          </ac:spMkLst>
        </pc:spChg>
        <pc:spChg chg="add">
          <ac:chgData name="Dante Smith" userId="bdf5ebe96f55e70a" providerId="LiveId" clId="{179BD7E3-9BDA-46E0-AD77-C9A5BE7CA305}" dt="2023-05-02T09:58:06.047" v="7174" actId="26606"/>
          <ac:spMkLst>
            <pc:docMk/>
            <pc:sldMk cId="3954805027" sldId="279"/>
            <ac:spMk id="26" creationId="{25C8D2C1-DA83-420D-9635-D52CE066B5DA}"/>
          </ac:spMkLst>
        </pc:spChg>
        <pc:spChg chg="add">
          <ac:chgData name="Dante Smith" userId="bdf5ebe96f55e70a" providerId="LiveId" clId="{179BD7E3-9BDA-46E0-AD77-C9A5BE7CA305}" dt="2023-05-02T09:58:06.047" v="7174" actId="26606"/>
          <ac:spMkLst>
            <pc:docMk/>
            <pc:sldMk cId="3954805027" sldId="279"/>
            <ac:spMk id="28" creationId="{434F74C9-6A0B-409E-AD1C-45B58BE91BB8}"/>
          </ac:spMkLst>
        </pc:spChg>
        <pc:spChg chg="add">
          <ac:chgData name="Dante Smith" userId="bdf5ebe96f55e70a" providerId="LiveId" clId="{179BD7E3-9BDA-46E0-AD77-C9A5BE7CA305}" dt="2023-05-02T09:58:06.047" v="7174" actId="26606"/>
          <ac:spMkLst>
            <pc:docMk/>
            <pc:sldMk cId="3954805027" sldId="279"/>
            <ac:spMk id="32" creationId="{90AA6468-80AC-4DDF-9CFB-C7A9507E203F}"/>
          </ac:spMkLst>
        </pc:spChg>
        <pc:spChg chg="add">
          <ac:chgData name="Dante Smith" userId="bdf5ebe96f55e70a" providerId="LiveId" clId="{179BD7E3-9BDA-46E0-AD77-C9A5BE7CA305}" dt="2023-05-02T09:58:06.047" v="7174" actId="26606"/>
          <ac:spMkLst>
            <pc:docMk/>
            <pc:sldMk cId="3954805027" sldId="279"/>
            <ac:spMk id="34" creationId="{4AB900CC-5074-4746-A1A4-AF640455BD43}"/>
          </ac:spMkLst>
        </pc:spChg>
        <pc:picChg chg="add mod">
          <ac:chgData name="Dante Smith" userId="bdf5ebe96f55e70a" providerId="LiveId" clId="{179BD7E3-9BDA-46E0-AD77-C9A5BE7CA305}" dt="2023-05-02T09:58:06.047" v="7174" actId="26606"/>
          <ac:picMkLst>
            <pc:docMk/>
            <pc:sldMk cId="3954805027" sldId="279"/>
            <ac:picMk id="4" creationId="{4680D319-27AC-258A-C343-2E139C705577}"/>
          </ac:picMkLst>
        </pc:picChg>
        <pc:cxnChg chg="add del">
          <ac:chgData name="Dante Smith" userId="bdf5ebe96f55e70a" providerId="LiveId" clId="{179BD7E3-9BDA-46E0-AD77-C9A5BE7CA305}" dt="2023-05-02T09:58:06.047" v="7174" actId="26606"/>
          <ac:cxnSpMkLst>
            <pc:docMk/>
            <pc:sldMk cId="3954805027" sldId="279"/>
            <ac:cxnSpMk id="13" creationId="{7E1D4427-852B-4B37-8E76-0E9F1810BA2A}"/>
          </ac:cxnSpMkLst>
        </pc:cxnChg>
        <pc:cxnChg chg="add del">
          <ac:chgData name="Dante Smith" userId="bdf5ebe96f55e70a" providerId="LiveId" clId="{179BD7E3-9BDA-46E0-AD77-C9A5BE7CA305}" dt="2023-05-02T09:58:06.047" v="7174" actId="26606"/>
          <ac:cxnSpMkLst>
            <pc:docMk/>
            <pc:sldMk cId="3954805027" sldId="279"/>
            <ac:cxnSpMk id="17" creationId="{6B5B1DD8-6224-4137-8621-32982B00F9FC}"/>
          </ac:cxnSpMkLst>
        </pc:cxnChg>
        <pc:cxnChg chg="add">
          <ac:chgData name="Dante Smith" userId="bdf5ebe96f55e70a" providerId="LiveId" clId="{179BD7E3-9BDA-46E0-AD77-C9A5BE7CA305}" dt="2023-05-02T09:58:06.047" v="7174" actId="26606"/>
          <ac:cxnSpMkLst>
            <pc:docMk/>
            <pc:sldMk cId="3954805027" sldId="279"/>
            <ac:cxnSpMk id="30" creationId="{F5486A9D-1265-4B57-91E6-68E666B978BC}"/>
          </ac:cxnSpMkLst>
        </pc:cxnChg>
      </pc:sldChg>
      <pc:sldChg chg="addSp delSp modSp new mod ord">
        <pc:chgData name="Dante Smith" userId="bdf5ebe96f55e70a" providerId="LiveId" clId="{179BD7E3-9BDA-46E0-AD77-C9A5BE7CA305}" dt="2023-05-07T01:44:20.973" v="8204" actId="478"/>
        <pc:sldMkLst>
          <pc:docMk/>
          <pc:sldMk cId="487115929" sldId="280"/>
        </pc:sldMkLst>
        <pc:spChg chg="mod">
          <ac:chgData name="Dante Smith" userId="bdf5ebe96f55e70a" providerId="LiveId" clId="{179BD7E3-9BDA-46E0-AD77-C9A5BE7CA305}" dt="2023-05-02T16:15:32.087" v="7366" actId="20577"/>
          <ac:spMkLst>
            <pc:docMk/>
            <pc:sldMk cId="487115929" sldId="280"/>
            <ac:spMk id="2" creationId="{255AF8AC-9480-8D85-5465-D821EAC7F44E}"/>
          </ac:spMkLst>
        </pc:spChg>
        <pc:spChg chg="add mod">
          <ac:chgData name="Dante Smith" userId="bdf5ebe96f55e70a" providerId="LiveId" clId="{179BD7E3-9BDA-46E0-AD77-C9A5BE7CA305}" dt="2023-05-02T16:16:10.159" v="7419" actId="1076"/>
          <ac:spMkLst>
            <pc:docMk/>
            <pc:sldMk cId="487115929" sldId="280"/>
            <ac:spMk id="7" creationId="{7A7F1003-676C-D904-29A9-19BD3CD2C507}"/>
          </ac:spMkLst>
        </pc:spChg>
        <pc:spChg chg="add mod">
          <ac:chgData name="Dante Smith" userId="bdf5ebe96f55e70a" providerId="LiveId" clId="{179BD7E3-9BDA-46E0-AD77-C9A5BE7CA305}" dt="2023-05-02T16:16:54.312" v="7479" actId="1076"/>
          <ac:spMkLst>
            <pc:docMk/>
            <pc:sldMk cId="487115929" sldId="280"/>
            <ac:spMk id="8" creationId="{F368A491-CCC3-C6F1-DC21-5F6182D8AEC9}"/>
          </ac:spMkLst>
        </pc:spChg>
        <pc:spChg chg="add del mod">
          <ac:chgData name="Dante Smith" userId="bdf5ebe96f55e70a" providerId="LiveId" clId="{179BD7E3-9BDA-46E0-AD77-C9A5BE7CA305}" dt="2023-05-07T01:43:09.884" v="8201" actId="478"/>
          <ac:spMkLst>
            <pc:docMk/>
            <pc:sldMk cId="487115929" sldId="280"/>
            <ac:spMk id="9" creationId="{9249C708-DC78-0AED-4D53-337DE198208D}"/>
          </ac:spMkLst>
        </pc:spChg>
        <pc:spChg chg="add del mod">
          <ac:chgData name="Dante Smith" userId="bdf5ebe96f55e70a" providerId="LiveId" clId="{179BD7E3-9BDA-46E0-AD77-C9A5BE7CA305}" dt="2023-05-07T01:43:09.884" v="8201" actId="478"/>
          <ac:spMkLst>
            <pc:docMk/>
            <pc:sldMk cId="487115929" sldId="280"/>
            <ac:spMk id="10" creationId="{813172A2-265A-53CD-29DD-82DAB1E56310}"/>
          </ac:spMkLst>
        </pc:spChg>
        <pc:spChg chg="add del mod">
          <ac:chgData name="Dante Smith" userId="bdf5ebe96f55e70a" providerId="LiveId" clId="{179BD7E3-9BDA-46E0-AD77-C9A5BE7CA305}" dt="2023-05-07T01:43:09.884" v="8201" actId="478"/>
          <ac:spMkLst>
            <pc:docMk/>
            <pc:sldMk cId="487115929" sldId="280"/>
            <ac:spMk id="11" creationId="{4562890D-37DA-19CE-2469-CCB18F8BAFD5}"/>
          </ac:spMkLst>
        </pc:spChg>
        <pc:spChg chg="add del mod">
          <ac:chgData name="Dante Smith" userId="bdf5ebe96f55e70a" providerId="LiveId" clId="{179BD7E3-9BDA-46E0-AD77-C9A5BE7CA305}" dt="2023-05-07T01:44:15.893" v="8202" actId="478"/>
          <ac:spMkLst>
            <pc:docMk/>
            <pc:sldMk cId="487115929" sldId="280"/>
            <ac:spMk id="12" creationId="{E6AD38D5-A4CD-2811-EB3C-6C4C2C9D9AFF}"/>
          </ac:spMkLst>
        </pc:spChg>
        <pc:spChg chg="add del mod">
          <ac:chgData name="Dante Smith" userId="bdf5ebe96f55e70a" providerId="LiveId" clId="{179BD7E3-9BDA-46E0-AD77-C9A5BE7CA305}" dt="2023-05-07T01:44:17.250" v="8203" actId="478"/>
          <ac:spMkLst>
            <pc:docMk/>
            <pc:sldMk cId="487115929" sldId="280"/>
            <ac:spMk id="13" creationId="{94D9322D-E12D-A8C2-E797-C2DD543E55A4}"/>
          </ac:spMkLst>
        </pc:spChg>
        <pc:spChg chg="add del mod">
          <ac:chgData name="Dante Smith" userId="bdf5ebe96f55e70a" providerId="LiveId" clId="{179BD7E3-9BDA-46E0-AD77-C9A5BE7CA305}" dt="2023-05-07T01:44:20.973" v="8204" actId="478"/>
          <ac:spMkLst>
            <pc:docMk/>
            <pc:sldMk cId="487115929" sldId="280"/>
            <ac:spMk id="14" creationId="{31205316-7AC2-C6AA-2FB6-63AD2A5F15AC}"/>
          </ac:spMkLst>
        </pc:spChg>
        <pc:picChg chg="add mod">
          <ac:chgData name="Dante Smith" userId="bdf5ebe96f55e70a" providerId="LiveId" clId="{179BD7E3-9BDA-46E0-AD77-C9A5BE7CA305}" dt="2023-05-02T16:14:10.273" v="7289" actId="1076"/>
          <ac:picMkLst>
            <pc:docMk/>
            <pc:sldMk cId="487115929" sldId="280"/>
            <ac:picMk id="4" creationId="{042D400E-ADA7-397A-F5F7-9B07551028C1}"/>
          </ac:picMkLst>
        </pc:picChg>
        <pc:picChg chg="add mod">
          <ac:chgData name="Dante Smith" userId="bdf5ebe96f55e70a" providerId="LiveId" clId="{179BD7E3-9BDA-46E0-AD77-C9A5BE7CA305}" dt="2023-05-02T16:14:53.708" v="7292" actId="14100"/>
          <ac:picMkLst>
            <pc:docMk/>
            <pc:sldMk cId="487115929" sldId="280"/>
            <ac:picMk id="6" creationId="{B0A2BA5B-5250-B524-5018-D61B10E8CF11}"/>
          </ac:picMkLst>
        </pc:picChg>
      </pc:sldChg>
      <pc:sldChg chg="addSp delSp modSp new del mod ord">
        <pc:chgData name="Dante Smith" userId="bdf5ebe96f55e70a" providerId="LiveId" clId="{179BD7E3-9BDA-46E0-AD77-C9A5BE7CA305}" dt="2023-05-02T16:12:22.770" v="7284" actId="680"/>
        <pc:sldMkLst>
          <pc:docMk/>
          <pc:sldMk cId="2289401237" sldId="280"/>
        </pc:sldMkLst>
        <pc:graphicFrameChg chg="add del mod modGraphic">
          <ac:chgData name="Dante Smith" userId="bdf5ebe96f55e70a" providerId="LiveId" clId="{179BD7E3-9BDA-46E0-AD77-C9A5BE7CA305}" dt="2023-05-02T16:12:21.595" v="7282" actId="3680"/>
          <ac:graphicFrameMkLst>
            <pc:docMk/>
            <pc:sldMk cId="2289401237" sldId="280"/>
            <ac:graphicFrameMk id="3" creationId="{0491E1E6-DDB7-CF10-B4FA-A98DA5DDB852}"/>
          </ac:graphicFrameMkLst>
        </pc:graphicFrameChg>
      </pc:sldChg>
      <pc:sldChg chg="new del">
        <pc:chgData name="Dante Smith" userId="bdf5ebe96f55e70a" providerId="LiveId" clId="{179BD7E3-9BDA-46E0-AD77-C9A5BE7CA305}" dt="2023-05-07T00:26:51.094" v="8200" actId="680"/>
        <pc:sldMkLst>
          <pc:docMk/>
          <pc:sldMk cId="3018555849" sldId="281"/>
        </pc:sldMkLst>
      </pc:sldChg>
      <pc:sldChg chg="addSp modSp new mod">
        <pc:chgData name="Dante Smith" userId="bdf5ebe96f55e70a" providerId="LiveId" clId="{179BD7E3-9BDA-46E0-AD77-C9A5BE7CA305}" dt="2023-05-07T19:21:33.200" v="8213" actId="1076"/>
        <pc:sldMkLst>
          <pc:docMk/>
          <pc:sldMk cId="3778245811" sldId="281"/>
        </pc:sldMkLst>
        <pc:picChg chg="add mod">
          <ac:chgData name="Dante Smith" userId="bdf5ebe96f55e70a" providerId="LiveId" clId="{179BD7E3-9BDA-46E0-AD77-C9A5BE7CA305}" dt="2023-05-07T19:21:23.460" v="8209" actId="962"/>
          <ac:picMkLst>
            <pc:docMk/>
            <pc:sldMk cId="3778245811" sldId="281"/>
            <ac:picMk id="3" creationId="{64B15BD8-F3D7-CE50-5474-D93144C3A5EA}"/>
          </ac:picMkLst>
        </pc:picChg>
        <pc:picChg chg="add mod">
          <ac:chgData name="Dante Smith" userId="bdf5ebe96f55e70a" providerId="LiveId" clId="{179BD7E3-9BDA-46E0-AD77-C9A5BE7CA305}" dt="2023-05-07T19:21:33.200" v="8213" actId="1076"/>
          <ac:picMkLst>
            <pc:docMk/>
            <pc:sldMk cId="3778245811" sldId="281"/>
            <ac:picMk id="5" creationId="{E62C87AF-BDD3-3BBE-C162-39DEDE4BFF58}"/>
          </ac:picMkLst>
        </pc:picChg>
      </pc:sldChg>
      <pc:sldChg chg="new del">
        <pc:chgData name="Dante Smith" userId="bdf5ebe96f55e70a" providerId="LiveId" clId="{179BD7E3-9BDA-46E0-AD77-C9A5BE7CA305}" dt="2023-05-07T00:26:50.838" v="8199" actId="680"/>
        <pc:sldMkLst>
          <pc:docMk/>
          <pc:sldMk cId="4115811109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A3418-90C9-46EC-AD4F-BADA7DD382FA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FF6BB-A1A2-4D60-8220-FB1D0A26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6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FF6BB-A1A2-4D60-8220-FB1D0A26351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07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FF6BB-A1A2-4D60-8220-FB1D0A26351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36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FF6BB-A1A2-4D60-8220-FB1D0A26351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08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95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5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24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33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0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4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9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5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47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48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745CCAB-1FAE-462E-801F-C31E5BF42A09}" type="datetimeFigureOut">
              <a:rPr lang="en-US" smtClean="0"/>
              <a:t>5/6/2023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4C4027F-93F5-4248-8C5C-6F2A931F65E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48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spotify.com/documentation/web-api/reference/" TargetMode="External"/><Relationship Id="rId4" Type="http://schemas.openxmlformats.org/officeDocument/2006/relationships/hyperlink" Target="https://www.kaggle.com/datasets/dhruvildave/billboard-the-hot-100-song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61065-397F-8DAC-5115-19297FBCF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0" y="2235200"/>
            <a:ext cx="107442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Hit Songs: What Are They And How Have They Evolved?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5659A-E5DB-0ED9-115F-B4E5A1A6A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5850" y="4813618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Dante Smith</a:t>
            </a:r>
          </a:p>
          <a:p>
            <a:r>
              <a:rPr lang="en-US" dirty="0">
                <a:solidFill>
                  <a:schemeClr val="tx1"/>
                </a:solidFill>
              </a:rPr>
              <a:t>CS 784: Foundations of Data Management, Spring 2023</a:t>
            </a:r>
          </a:p>
        </p:txBody>
      </p:sp>
    </p:spTree>
    <p:extLst>
      <p:ext uri="{BB962C8B-B14F-4D97-AF65-F5344CB8AC3E}">
        <p14:creationId xmlns:p14="http://schemas.microsoft.com/office/powerpoint/2010/main" val="281942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BAC1-F974-6E08-507D-63D099A4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8761"/>
          </a:xfrm>
        </p:spPr>
        <p:txBody>
          <a:bodyPr/>
          <a:lstStyle/>
          <a:p>
            <a:r>
              <a:rPr lang="en-US"/>
              <a:t>Data Sources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3AB547-811D-C734-7B9B-E9D06CE6E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94" y="1680690"/>
            <a:ext cx="5013076" cy="3679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93626A-39C5-D903-54D7-2D2AC4568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947" y="2627327"/>
            <a:ext cx="5228059" cy="17863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F17A04-B7E2-A970-C09A-6199F6510CC5}"/>
              </a:ext>
            </a:extLst>
          </p:cNvPr>
          <p:cNvSpPr txBox="1"/>
          <p:nvPr/>
        </p:nvSpPr>
        <p:spPr>
          <a:xfrm>
            <a:off x="151666" y="5681798"/>
            <a:ext cx="5621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Billboard Hot 100 (1958 – 2021) – </a:t>
            </a:r>
            <a:r>
              <a:rPr lang="en-US" dirty="0">
                <a:hlinkClick r:id="rId4"/>
              </a:rPr>
              <a:t>from Kaggle dataset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39BD0-D8A7-B118-2B2C-F59BF0AE5C32}"/>
              </a:ext>
            </a:extLst>
          </p:cNvPr>
          <p:cNvSpPr txBox="1"/>
          <p:nvPr/>
        </p:nvSpPr>
        <p:spPr>
          <a:xfrm>
            <a:off x="5755912" y="3429000"/>
            <a:ext cx="4651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&amp;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DBC8EF-4FC0-7A24-4271-087241ACDFD7}"/>
              </a:ext>
            </a:extLst>
          </p:cNvPr>
          <p:cNvSpPr txBox="1"/>
          <p:nvPr/>
        </p:nvSpPr>
        <p:spPr>
          <a:xfrm>
            <a:off x="7293174" y="5681798"/>
            <a:ext cx="3657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Song metadata from </a:t>
            </a:r>
            <a:r>
              <a:rPr lang="en-US" dirty="0">
                <a:hlinkClick r:id="rId5"/>
              </a:rPr>
              <a:t>Spotify Web 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481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9850-6133-43F1-3A8C-88A7A76C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 &amp; Related Work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BBF4D-E591-BBDC-ABF8-2FA48F4F7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3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CB4C-A525-9A2A-D453-88F4FED47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0189"/>
          </a:xfrm>
        </p:spPr>
        <p:txBody>
          <a:bodyPr/>
          <a:lstStyle/>
          <a:p>
            <a:r>
              <a:rPr lang="en-US"/>
              <a:t>Psychological/Neurological Importance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43676-E4A2-FD11-F947-77C10DB1A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6334"/>
            <a:ext cx="10515600" cy="4107543"/>
          </a:xfrm>
        </p:spPr>
        <p:txBody>
          <a:bodyPr/>
          <a:lstStyle/>
          <a:p>
            <a:r>
              <a:rPr lang="en-US" dirty="0"/>
              <a:t>Natural predisposition to interpretation of sounds</a:t>
            </a:r>
          </a:p>
          <a:p>
            <a:pPr lvl="1"/>
            <a:r>
              <a:rPr lang="en-US" dirty="0"/>
              <a:t>Not just humans (animals have alert calls for instance)</a:t>
            </a:r>
          </a:p>
          <a:p>
            <a:pPr lvl="1"/>
            <a:r>
              <a:rPr lang="en-US" dirty="0"/>
              <a:t>Slow, classical music </a:t>
            </a:r>
            <a:r>
              <a:rPr lang="en-US" dirty="0">
                <a:sym typeface="Wingdings" panose="05000000000000000000" pitchFamily="2" charset="2"/>
              </a:rPr>
              <a:t> calmness &amp; relaxation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Car horn  alert &amp; fear</a:t>
            </a:r>
          </a:p>
          <a:p>
            <a:r>
              <a:rPr lang="en-US" dirty="0"/>
              <a:t>Music producers exploit these interpretations to convey emotion in songs</a:t>
            </a:r>
          </a:p>
          <a:p>
            <a:r>
              <a:rPr lang="en-US" dirty="0"/>
              <a:t>We like songs that we can ultimately “predict” (i.e. not too surprising)</a:t>
            </a:r>
          </a:p>
          <a:p>
            <a:pPr lvl="1"/>
            <a:r>
              <a:rPr lang="en-US" dirty="0"/>
              <a:t>Expectations may be challenged but successful songs go back to “comfort”</a:t>
            </a:r>
          </a:p>
          <a:p>
            <a:r>
              <a:rPr lang="en-US" dirty="0"/>
              <a:t>Songs leave imprints in our brains for future reference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6FF487-44C5-4F95-E5C6-896A9D7EF700}"/>
              </a:ext>
            </a:extLst>
          </p:cNvPr>
          <p:cNvSpPr txBox="1"/>
          <p:nvPr/>
        </p:nvSpPr>
        <p:spPr>
          <a:xfrm>
            <a:off x="664962" y="5298032"/>
            <a:ext cx="10862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(Very High Level) Summary: the music we like has </a:t>
            </a:r>
            <a:r>
              <a:rPr lang="en-US" sz="2000" b="1" u="sng" dirty="0"/>
              <a:t>recognizable patterns </a:t>
            </a:r>
            <a:r>
              <a:rPr lang="en-US" sz="2000" b="1" dirty="0"/>
              <a:t>that slowly evolve over time!</a:t>
            </a:r>
          </a:p>
        </p:txBody>
      </p:sp>
    </p:spTree>
    <p:extLst>
      <p:ext uri="{BB962C8B-B14F-4D97-AF65-F5344CB8AC3E}">
        <p14:creationId xmlns:p14="http://schemas.microsoft.com/office/powerpoint/2010/main" val="2062074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7F0B-2FEE-003E-3796-8F91A6748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0D532-2F26-2916-DC15-CA98DC374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60562"/>
            <a:ext cx="10515600" cy="3660775"/>
          </a:xfrm>
        </p:spPr>
        <p:txBody>
          <a:bodyPr/>
          <a:lstStyle/>
          <a:p>
            <a:r>
              <a:rPr lang="en-US" dirty="0"/>
              <a:t>Recommendation Algorithms, including:</a:t>
            </a:r>
          </a:p>
          <a:p>
            <a:pPr lvl="1"/>
            <a:r>
              <a:rPr lang="en-US" dirty="0"/>
              <a:t>Related Artists (‘if you liked artist X, you’ll probably like artist Y’)</a:t>
            </a:r>
          </a:p>
          <a:p>
            <a:pPr lvl="1"/>
            <a:r>
              <a:rPr lang="en-US" dirty="0"/>
              <a:t>Discover (recommending new songs you might not have seen otherwise)</a:t>
            </a:r>
          </a:p>
          <a:p>
            <a:pPr lvl="1"/>
            <a:r>
              <a:rPr lang="en-US" dirty="0"/>
              <a:t>Browse (how the songs are displayed to you)</a:t>
            </a:r>
          </a:p>
          <a:p>
            <a:r>
              <a:rPr lang="en-US" dirty="0"/>
              <a:t>Record Labels</a:t>
            </a:r>
          </a:p>
          <a:p>
            <a:pPr lvl="1"/>
            <a:r>
              <a:rPr lang="en-US" dirty="0"/>
              <a:t>Could find unsigned artists with potential to be next star (ex. Snafu Records)</a:t>
            </a:r>
          </a:p>
          <a:p>
            <a:r>
              <a:rPr lang="en-US" dirty="0"/>
              <a:t>AI-Generated Music (ex. </a:t>
            </a:r>
            <a:r>
              <a:rPr lang="en-US" dirty="0" err="1"/>
              <a:t>Amper</a:t>
            </a:r>
            <a:r>
              <a:rPr lang="en-US" dirty="0"/>
              <a:t> Music, </a:t>
            </a:r>
            <a:r>
              <a:rPr lang="en-US" dirty="0" err="1"/>
              <a:t>OpenAI</a:t>
            </a:r>
            <a:r>
              <a:rPr lang="en-US" dirty="0"/>
              <a:t> </a:t>
            </a:r>
            <a:r>
              <a:rPr lang="en-US" dirty="0" err="1"/>
              <a:t>MuseNet</a:t>
            </a:r>
            <a:r>
              <a:rPr lang="en-US" dirty="0"/>
              <a:t>, etc.)</a:t>
            </a:r>
          </a:p>
          <a:p>
            <a:pPr lvl="1"/>
            <a:r>
              <a:rPr lang="en-US" dirty="0"/>
              <a:t>Scan patterns in chords, tempo, length, etc. to generate original melodies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A36EB-3448-0902-45AD-7D3275B89291}"/>
              </a:ext>
            </a:extLst>
          </p:cNvPr>
          <p:cNvSpPr txBox="1"/>
          <p:nvPr/>
        </p:nvSpPr>
        <p:spPr>
          <a:xfrm>
            <a:off x="252564" y="5301297"/>
            <a:ext cx="11747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(Very High Level) Summary: music feature data can be used to find, recommend, and even create new music!</a:t>
            </a:r>
          </a:p>
        </p:txBody>
      </p:sp>
    </p:spTree>
    <p:extLst>
      <p:ext uri="{BB962C8B-B14F-4D97-AF65-F5344CB8AC3E}">
        <p14:creationId xmlns:p14="http://schemas.microsoft.com/office/powerpoint/2010/main" val="3438720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9850-6133-43F1-3A8C-88A7A76C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BBF4D-E591-BBDC-ABF8-2FA48F4F7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0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4AFD-12D4-DCEE-DC19-E0E00CE3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D4AF8-ACFB-2B75-5ABC-E3389FF96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 Billboard Top 100 list to find popular songs over the last several decades (1958-2021), peak chart rank, and weeks on the chart.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Spotify Web API to retrieve audio features.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Basic data analysis to understand what might be worth investigating.</a:t>
            </a:r>
          </a:p>
          <a:p>
            <a:pPr marL="806958" lvl="1" indent="-514350"/>
            <a:r>
              <a:rPr lang="en-US" dirty="0"/>
              <a:t>Distribution of features (histograms), plot features over time, correlation between different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Classifying what kind of songs become popular.</a:t>
            </a:r>
          </a:p>
          <a:p>
            <a:pPr marL="806958" lvl="1" indent="-514350"/>
            <a:r>
              <a:rPr lang="en-US" dirty="0"/>
              <a:t>K-Means clusters to see if distinct groups of songs become popular</a:t>
            </a:r>
          </a:p>
          <a:p>
            <a:pPr marL="806958" lvl="1" indent="-514350"/>
            <a:r>
              <a:rPr lang="en-US" dirty="0"/>
              <a:t>Word clouds to visually represent the most popular genres of each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Attempting to predict if a song will be popular.</a:t>
            </a:r>
          </a:p>
          <a:p>
            <a:pPr marL="806958" lvl="1" indent="-514350"/>
            <a:r>
              <a:rPr lang="en-US" dirty="0"/>
              <a:t>Logistic Regression for Binary Classification (i.e. “popular” or “not popular”)</a:t>
            </a:r>
          </a:p>
          <a:p>
            <a:pPr marL="806958" lvl="1" indent="-514350"/>
            <a:r>
              <a:rPr lang="en-US" dirty="0"/>
              <a:t>Try to observe important traits associated with popularity prediction.</a:t>
            </a:r>
          </a:p>
        </p:txBody>
      </p:sp>
    </p:spTree>
    <p:extLst>
      <p:ext uri="{BB962C8B-B14F-4D97-AF65-F5344CB8AC3E}">
        <p14:creationId xmlns:p14="http://schemas.microsoft.com/office/powerpoint/2010/main" val="1774849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4DDE-FC44-DB62-4115-DE7C9999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Features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148A52-889B-3033-EE6A-78D079E79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00992"/>
              </p:ext>
            </p:extLst>
          </p:nvPr>
        </p:nvGraphicFramePr>
        <p:xfrm>
          <a:off x="1177290" y="1832928"/>
          <a:ext cx="9978390" cy="437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6130">
                  <a:extLst>
                    <a:ext uri="{9D8B030D-6E8A-4147-A177-3AD203B41FA5}">
                      <a16:colId xmlns:a16="http://schemas.microsoft.com/office/drawing/2014/main" val="3269045857"/>
                    </a:ext>
                  </a:extLst>
                </a:gridCol>
                <a:gridCol w="3326130">
                  <a:extLst>
                    <a:ext uri="{9D8B030D-6E8A-4147-A177-3AD203B41FA5}">
                      <a16:colId xmlns:a16="http://schemas.microsoft.com/office/drawing/2014/main" val="3129131216"/>
                    </a:ext>
                  </a:extLst>
                </a:gridCol>
                <a:gridCol w="3326130">
                  <a:extLst>
                    <a:ext uri="{9D8B030D-6E8A-4147-A177-3AD203B41FA5}">
                      <a16:colId xmlns:a16="http://schemas.microsoft.com/office/drawing/2014/main" val="362955237"/>
                    </a:ext>
                  </a:extLst>
                </a:gridCol>
              </a:tblGrid>
              <a:tr h="340904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667588"/>
                  </a:ext>
                </a:extLst>
              </a:tr>
              <a:tr h="596583">
                <a:tc>
                  <a:txBody>
                    <a:bodyPr/>
                    <a:lstStyle/>
                    <a:p>
                      <a:r>
                        <a:rPr lang="en-US" b="1" dirty="0" err="1"/>
                        <a:t>Acousticness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‘Real’ instruments (instead of electronic)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 – 1 </a:t>
                      </a:r>
                      <a:r>
                        <a:rPr lang="en-US" sz="1400" i="1" dirty="0"/>
                        <a:t>(1 = 100% acoustic)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144028"/>
                  </a:ext>
                </a:extLst>
              </a:tr>
              <a:tr h="596583">
                <a:tc>
                  <a:txBody>
                    <a:bodyPr/>
                    <a:lstStyle/>
                    <a:p>
                      <a:r>
                        <a:rPr lang="en-US" b="1" dirty="0"/>
                        <a:t>Danceability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suitable is the track for dancing?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 – 1 </a:t>
                      </a:r>
                      <a:r>
                        <a:rPr lang="en-US" sz="1400" i="1" dirty="0"/>
                        <a:t>(1 = most danceable)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867940"/>
                  </a:ext>
                </a:extLst>
              </a:tr>
              <a:tr h="596583">
                <a:tc>
                  <a:txBody>
                    <a:bodyPr/>
                    <a:lstStyle/>
                    <a:p>
                      <a:r>
                        <a:rPr lang="en-US" b="1" dirty="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Perceived intensity; fast/loud/noisy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 – 1 </a:t>
                      </a:r>
                      <a:r>
                        <a:rPr lang="en-US" sz="1400" i="1" dirty="0"/>
                        <a:t>(1 = highest energy)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105086"/>
                  </a:ext>
                </a:extLst>
              </a:tr>
              <a:tr h="596583">
                <a:tc>
                  <a:txBody>
                    <a:bodyPr/>
                    <a:lstStyle/>
                    <a:p>
                      <a:r>
                        <a:rPr lang="en-US" b="1" dirty="0" err="1"/>
                        <a:t>Instrumentalness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the track have vocals?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 – 1 </a:t>
                      </a:r>
                      <a:r>
                        <a:rPr lang="en-US" sz="1400" i="1" dirty="0"/>
                        <a:t>(&lt; 0.5 means instrumental track)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610150"/>
                  </a:ext>
                </a:extLst>
              </a:tr>
              <a:tr h="852261">
                <a:tc>
                  <a:txBody>
                    <a:bodyPr/>
                    <a:lstStyle/>
                    <a:p>
                      <a:r>
                        <a:rPr lang="en-US" b="1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Integers mapping to Standard Pitch Class 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-1 – 11 </a:t>
                      </a:r>
                      <a:r>
                        <a:rPr lang="en-US" sz="1400" i="1" dirty="0"/>
                        <a:t>(-1 = no key, 0 = C, 1 = C#, etc.)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310546"/>
                  </a:ext>
                </a:extLst>
              </a:tr>
              <a:tr h="596583">
                <a:tc>
                  <a:txBody>
                    <a:bodyPr/>
                    <a:lstStyle/>
                    <a:p>
                      <a:r>
                        <a:rPr lang="en-US" b="1" dirty="0"/>
                        <a:t>Liveness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Was there an audience in the recording?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 – 1 </a:t>
                      </a:r>
                      <a:r>
                        <a:rPr lang="en-US" sz="1400" i="1" dirty="0"/>
                        <a:t>(&gt; 0.8 means very likely an audience)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705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597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4DDE-FC44-DB62-4115-DE7C9999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Features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148A52-889B-3033-EE6A-78D079E79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177100"/>
              </p:ext>
            </p:extLst>
          </p:nvPr>
        </p:nvGraphicFramePr>
        <p:xfrm>
          <a:off x="1097280" y="1780957"/>
          <a:ext cx="9997440" cy="479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2480">
                  <a:extLst>
                    <a:ext uri="{9D8B030D-6E8A-4147-A177-3AD203B41FA5}">
                      <a16:colId xmlns:a16="http://schemas.microsoft.com/office/drawing/2014/main" val="3269045857"/>
                    </a:ext>
                  </a:extLst>
                </a:gridCol>
                <a:gridCol w="3332480">
                  <a:extLst>
                    <a:ext uri="{9D8B030D-6E8A-4147-A177-3AD203B41FA5}">
                      <a16:colId xmlns:a16="http://schemas.microsoft.com/office/drawing/2014/main" val="3129131216"/>
                    </a:ext>
                  </a:extLst>
                </a:gridCol>
                <a:gridCol w="3332480">
                  <a:extLst>
                    <a:ext uri="{9D8B030D-6E8A-4147-A177-3AD203B41FA5}">
                      <a16:colId xmlns:a16="http://schemas.microsoft.com/office/drawing/2014/main" val="4001278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66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Loudness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loudness in dB for the track.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-60 </a:t>
                      </a:r>
                      <a:r>
                        <a:rPr lang="en-US" b="1" dirty="0" err="1"/>
                        <a:t>db</a:t>
                      </a:r>
                      <a:r>
                        <a:rPr lang="en-US" b="1" dirty="0"/>
                        <a:t> – 0 </a:t>
                      </a:r>
                      <a:r>
                        <a:rPr lang="en-US" b="1" dirty="0" err="1"/>
                        <a:t>db</a:t>
                      </a:r>
                      <a:r>
                        <a:rPr lang="en-US" b="1" dirty="0"/>
                        <a:t> </a:t>
                      </a:r>
                      <a:r>
                        <a:rPr lang="en-US" sz="1400" i="1" dirty="0"/>
                        <a:t>(typically)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867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track major or minor?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r>
                        <a:rPr lang="en-US" dirty="0"/>
                        <a:t> = minor, or</a:t>
                      </a:r>
                    </a:p>
                    <a:p>
                      <a:r>
                        <a:rPr lang="en-US" b="1" dirty="0"/>
                        <a:t>1</a:t>
                      </a:r>
                      <a:r>
                        <a:rPr lang="en-US" dirty="0"/>
                        <a:t> = major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105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Speechiness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 there spoken words in the track?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 – 1</a:t>
                      </a:r>
                      <a:r>
                        <a:rPr lang="en-US" dirty="0"/>
                        <a:t> </a:t>
                      </a:r>
                      <a:r>
                        <a:rPr lang="en-US" sz="1400" i="1" dirty="0"/>
                        <a:t>(1 means entirely spoken, no music)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610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Beats per minute (BPM); speed/pace of the 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50 – 200 </a:t>
                      </a:r>
                      <a:r>
                        <a:rPr lang="en-US" sz="1400" i="1" dirty="0"/>
                        <a:t>(typically)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310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Time 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many beats per bar?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 – 7 </a:t>
                      </a:r>
                      <a:r>
                        <a:rPr lang="en-US" sz="1400" i="1" dirty="0"/>
                        <a:t>(ex. 3 means a time signature of 3/4)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1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Valence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positive (happy, cheerful) is the track?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 – 1 </a:t>
                      </a:r>
                      <a:r>
                        <a:rPr lang="en-US" sz="1400" i="1" dirty="0"/>
                        <a:t>(1 is most positive)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49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Popularity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Calculated by Spotify to indicate how popular a track is currently.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/>
                        <a:t>0 – 100</a:t>
                      </a:r>
                      <a:r>
                        <a:rPr lang="en-US" i="1" dirty="0"/>
                        <a:t> </a:t>
                      </a:r>
                      <a:r>
                        <a:rPr lang="en-US" sz="1400" i="1" dirty="0"/>
                        <a:t>(100 = the most popular songs today)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310359"/>
                  </a:ext>
                </a:extLst>
              </a:tr>
            </a:tbl>
          </a:graphicData>
        </a:graphic>
      </p:graphicFrame>
      <p:sp>
        <p:nvSpPr>
          <p:cNvPr id="3" name="Star: 5 Points 2">
            <a:extLst>
              <a:ext uri="{FF2B5EF4-FFF2-40B4-BE49-F238E27FC236}">
                <a16:creationId xmlns:a16="http://schemas.microsoft.com/office/drawing/2014/main" id="{C172EB6B-E098-CA0D-1438-E83533EF0AD7}"/>
              </a:ext>
            </a:extLst>
          </p:cNvPr>
          <p:cNvSpPr/>
          <p:nvPr/>
        </p:nvSpPr>
        <p:spPr>
          <a:xfrm>
            <a:off x="2489886" y="5944799"/>
            <a:ext cx="481914" cy="41773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25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A654E-8CB6-8667-47E1-4FCEADE68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472"/>
            <a:ext cx="10515600" cy="1325563"/>
          </a:xfrm>
        </p:spPr>
        <p:txBody>
          <a:bodyPr/>
          <a:lstStyle/>
          <a:p>
            <a:r>
              <a:rPr lang="en-US" dirty="0"/>
              <a:t>Descriptive Statistics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D7EBE2-25DA-20BA-97E0-07D621AAB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545703"/>
              </p:ext>
            </p:extLst>
          </p:nvPr>
        </p:nvGraphicFramePr>
        <p:xfrm>
          <a:off x="953479" y="2545080"/>
          <a:ext cx="10105631" cy="883920"/>
        </p:xfrm>
        <a:graphic>
          <a:graphicData uri="http://schemas.openxmlformats.org/drawingml/2006/table">
            <a:tbl>
              <a:tblPr/>
              <a:tblGrid>
                <a:gridCol w="612463">
                  <a:extLst>
                    <a:ext uri="{9D8B030D-6E8A-4147-A177-3AD203B41FA5}">
                      <a16:colId xmlns:a16="http://schemas.microsoft.com/office/drawing/2014/main" val="254544315"/>
                    </a:ext>
                  </a:extLst>
                </a:gridCol>
                <a:gridCol w="964628">
                  <a:extLst>
                    <a:ext uri="{9D8B030D-6E8A-4147-A177-3AD203B41FA5}">
                      <a16:colId xmlns:a16="http://schemas.microsoft.com/office/drawing/2014/main" val="1186974069"/>
                    </a:ext>
                  </a:extLst>
                </a:gridCol>
                <a:gridCol w="566528">
                  <a:extLst>
                    <a:ext uri="{9D8B030D-6E8A-4147-A177-3AD203B41FA5}">
                      <a16:colId xmlns:a16="http://schemas.microsoft.com/office/drawing/2014/main" val="3978131075"/>
                    </a:ext>
                  </a:extLst>
                </a:gridCol>
                <a:gridCol w="719643">
                  <a:extLst>
                    <a:ext uri="{9D8B030D-6E8A-4147-A177-3AD203B41FA5}">
                      <a16:colId xmlns:a16="http://schemas.microsoft.com/office/drawing/2014/main" val="3137967250"/>
                    </a:ext>
                  </a:extLst>
                </a:gridCol>
                <a:gridCol w="949316">
                  <a:extLst>
                    <a:ext uri="{9D8B030D-6E8A-4147-A177-3AD203B41FA5}">
                      <a16:colId xmlns:a16="http://schemas.microsoft.com/office/drawing/2014/main" val="1546867070"/>
                    </a:ext>
                  </a:extLst>
                </a:gridCol>
                <a:gridCol w="979941">
                  <a:extLst>
                    <a:ext uri="{9D8B030D-6E8A-4147-A177-3AD203B41FA5}">
                      <a16:colId xmlns:a16="http://schemas.microsoft.com/office/drawing/2014/main" val="3243238358"/>
                    </a:ext>
                  </a:extLst>
                </a:gridCol>
                <a:gridCol w="1332105">
                  <a:extLst>
                    <a:ext uri="{9D8B030D-6E8A-4147-A177-3AD203B41FA5}">
                      <a16:colId xmlns:a16="http://schemas.microsoft.com/office/drawing/2014/main" val="763311928"/>
                    </a:ext>
                  </a:extLst>
                </a:gridCol>
                <a:gridCol w="658396">
                  <a:extLst>
                    <a:ext uri="{9D8B030D-6E8A-4147-A177-3AD203B41FA5}">
                      <a16:colId xmlns:a16="http://schemas.microsoft.com/office/drawing/2014/main" val="2024448964"/>
                    </a:ext>
                  </a:extLst>
                </a:gridCol>
                <a:gridCol w="627774">
                  <a:extLst>
                    <a:ext uri="{9D8B030D-6E8A-4147-A177-3AD203B41FA5}">
                      <a16:colId xmlns:a16="http://schemas.microsoft.com/office/drawing/2014/main" val="4281185085"/>
                    </a:ext>
                  </a:extLst>
                </a:gridCol>
                <a:gridCol w="551216">
                  <a:extLst>
                    <a:ext uri="{9D8B030D-6E8A-4147-A177-3AD203B41FA5}">
                      <a16:colId xmlns:a16="http://schemas.microsoft.com/office/drawing/2014/main" val="524228395"/>
                    </a:ext>
                  </a:extLst>
                </a:gridCol>
                <a:gridCol w="979941">
                  <a:extLst>
                    <a:ext uri="{9D8B030D-6E8A-4147-A177-3AD203B41FA5}">
                      <a16:colId xmlns:a16="http://schemas.microsoft.com/office/drawing/2014/main" val="1665558821"/>
                    </a:ext>
                  </a:extLst>
                </a:gridCol>
                <a:gridCol w="1163680">
                  <a:extLst>
                    <a:ext uri="{9D8B030D-6E8A-4147-A177-3AD203B41FA5}">
                      <a16:colId xmlns:a16="http://schemas.microsoft.com/office/drawing/2014/main" val="235693025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danceability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loudness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speechiness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acousticness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instrumentalness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liveness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valence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duration_ms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time_signature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497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227340.7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0733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222566.5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4923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Std Dev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67409.7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8678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E100451-BE61-EDE6-0879-B5CD6521A482}"/>
              </a:ext>
            </a:extLst>
          </p:cNvPr>
          <p:cNvSpPr txBox="1"/>
          <p:nvPr/>
        </p:nvSpPr>
        <p:spPr>
          <a:xfrm>
            <a:off x="838200" y="4229100"/>
            <a:ext cx="47875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Chart Listings </a:t>
            </a:r>
            <a:r>
              <a:rPr lang="en-US" i="1" dirty="0"/>
              <a:t>(song, week, rank)</a:t>
            </a:r>
            <a:r>
              <a:rPr lang="en-US" dirty="0"/>
              <a:t>: 329,438 entries</a:t>
            </a:r>
          </a:p>
          <a:p>
            <a:r>
              <a:rPr lang="en-US" b="1" dirty="0"/>
              <a:t>Distinct Songs</a:t>
            </a:r>
            <a:r>
              <a:rPr lang="en-US" dirty="0"/>
              <a:t>: 28,484</a:t>
            </a:r>
          </a:p>
          <a:p>
            <a:r>
              <a:rPr lang="en-US" b="1" dirty="0"/>
              <a:t>Distinct Artists</a:t>
            </a:r>
            <a:r>
              <a:rPr lang="en-US" dirty="0"/>
              <a:t>: 9,124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8D8466-C099-698D-BD45-70EF2176ECD8}"/>
              </a:ext>
            </a:extLst>
          </p:cNvPr>
          <p:cNvSpPr txBox="1"/>
          <p:nvPr/>
        </p:nvSpPr>
        <p:spPr>
          <a:xfrm>
            <a:off x="8808720" y="3683714"/>
            <a:ext cx="1474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= 3:45</a:t>
            </a:r>
          </a:p>
          <a:p>
            <a:r>
              <a:rPr lang="en-US" dirty="0"/>
              <a:t>Sd = 1 minute</a:t>
            </a:r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47AB8CC8-F508-1CC1-730A-60289E65A12E}"/>
              </a:ext>
            </a:extLst>
          </p:cNvPr>
          <p:cNvSpPr/>
          <p:nvPr/>
        </p:nvSpPr>
        <p:spPr>
          <a:xfrm>
            <a:off x="9372600" y="3535680"/>
            <a:ext cx="182880" cy="14803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99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9850-6133-43F1-3A8C-88A7A76C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BBF4D-E591-BBDC-ABF8-2FA48F4F7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31F0A92-6C16-667A-C738-41A0493AF4B1}"/>
              </a:ext>
            </a:extLst>
          </p:cNvPr>
          <p:cNvSpPr txBox="1">
            <a:spLocks/>
          </p:cNvSpPr>
          <p:nvPr/>
        </p:nvSpPr>
        <p:spPr>
          <a:xfrm>
            <a:off x="838200" y="161104"/>
            <a:ext cx="10515600" cy="7638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Histograms</a:t>
            </a:r>
          </a:p>
        </p:txBody>
      </p:sp>
      <p:pic>
        <p:nvPicPr>
          <p:cNvPr id="12" name="Picture 11" descr="Chart, histogram&#10;&#10;Description automatically generated">
            <a:extLst>
              <a:ext uri="{FF2B5EF4-FFF2-40B4-BE49-F238E27FC236}">
                <a16:creationId xmlns:a16="http://schemas.microsoft.com/office/drawing/2014/main" id="{1CFD57F2-82C6-A627-754F-18DFEC87E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2113"/>
            <a:ext cx="12192000" cy="541866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CB23181-48AB-501E-7CFB-40BFA7510810}"/>
              </a:ext>
            </a:extLst>
          </p:cNvPr>
          <p:cNvSpPr/>
          <p:nvPr/>
        </p:nvSpPr>
        <p:spPr>
          <a:xfrm>
            <a:off x="308610" y="3555577"/>
            <a:ext cx="1954530" cy="2480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2170ED-7C4B-DFA3-AE31-3B059A0B43DC}"/>
              </a:ext>
            </a:extLst>
          </p:cNvPr>
          <p:cNvSpPr/>
          <p:nvPr/>
        </p:nvSpPr>
        <p:spPr>
          <a:xfrm>
            <a:off x="8157210" y="1051136"/>
            <a:ext cx="3821430" cy="2480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63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43F0D2EE-E2A9-2FCB-2DC7-0530FC05C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9666"/>
            <a:ext cx="12192000" cy="5418667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C036464D-8B94-2728-9250-FB809A550A74}"/>
              </a:ext>
            </a:extLst>
          </p:cNvPr>
          <p:cNvSpPr/>
          <p:nvPr/>
        </p:nvSpPr>
        <p:spPr>
          <a:xfrm>
            <a:off x="1889760" y="2545080"/>
            <a:ext cx="228600" cy="262890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46F40957-8C0C-FBEA-7B98-683EE6F48256}"/>
              </a:ext>
            </a:extLst>
          </p:cNvPr>
          <p:cNvSpPr/>
          <p:nvPr/>
        </p:nvSpPr>
        <p:spPr>
          <a:xfrm>
            <a:off x="4282440" y="2545080"/>
            <a:ext cx="228600" cy="262890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486BCC7F-AA1B-F142-C229-5660614C1A8C}"/>
              </a:ext>
            </a:extLst>
          </p:cNvPr>
          <p:cNvSpPr/>
          <p:nvPr/>
        </p:nvSpPr>
        <p:spPr>
          <a:xfrm>
            <a:off x="6591300" y="2550795"/>
            <a:ext cx="228600" cy="262890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16643BC4-B48A-BB60-0C28-5BEA76A4F510}"/>
              </a:ext>
            </a:extLst>
          </p:cNvPr>
          <p:cNvSpPr/>
          <p:nvPr/>
        </p:nvSpPr>
        <p:spPr>
          <a:xfrm>
            <a:off x="8888730" y="2550795"/>
            <a:ext cx="228600" cy="262890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5846F7D-3860-C2EA-4A4F-BE3BE11A2D93}"/>
              </a:ext>
            </a:extLst>
          </p:cNvPr>
          <p:cNvSpPr/>
          <p:nvPr/>
        </p:nvSpPr>
        <p:spPr>
          <a:xfrm>
            <a:off x="1165860" y="3996690"/>
            <a:ext cx="262890" cy="29718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10C4FA7-7B59-B4FB-9A13-66E6949FB4FC}"/>
              </a:ext>
            </a:extLst>
          </p:cNvPr>
          <p:cNvSpPr/>
          <p:nvPr/>
        </p:nvSpPr>
        <p:spPr>
          <a:xfrm>
            <a:off x="11176635" y="1572587"/>
            <a:ext cx="262890" cy="29718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09A7856-460A-7EDE-BF09-69FB7E3C01E9}"/>
              </a:ext>
            </a:extLst>
          </p:cNvPr>
          <p:cNvSpPr/>
          <p:nvPr/>
        </p:nvSpPr>
        <p:spPr>
          <a:xfrm>
            <a:off x="6524625" y="3996690"/>
            <a:ext cx="262890" cy="29718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3F1F152-9238-2EA9-3A64-85082D941251}"/>
              </a:ext>
            </a:extLst>
          </p:cNvPr>
          <p:cNvSpPr/>
          <p:nvPr/>
        </p:nvSpPr>
        <p:spPr>
          <a:xfrm>
            <a:off x="11176635" y="3973830"/>
            <a:ext cx="262890" cy="29718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41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B03F-2DE9-18E8-93A9-BA40EDA9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Characterizing Songs: K-Means Clustering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C86D4059-C79A-651E-D1B4-8BECB4980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1816427"/>
            <a:ext cx="5684520" cy="42633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F758E0A-AEF2-2F93-5A0F-0B3F8F74891F}"/>
              </a:ext>
            </a:extLst>
          </p:cNvPr>
          <p:cNvSpPr/>
          <p:nvPr/>
        </p:nvSpPr>
        <p:spPr>
          <a:xfrm>
            <a:off x="1611630" y="4194810"/>
            <a:ext cx="1405890" cy="9725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DDA40-8738-F5DA-1B81-136429E17928}"/>
              </a:ext>
            </a:extLst>
          </p:cNvPr>
          <p:cNvSpPr txBox="1"/>
          <p:nvPr/>
        </p:nvSpPr>
        <p:spPr>
          <a:xfrm>
            <a:off x="3204204" y="4194810"/>
            <a:ext cx="164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The “elbow” is in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this region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4F3A9-93B0-310D-9787-D4DC0BC2DA3F}"/>
              </a:ext>
            </a:extLst>
          </p:cNvPr>
          <p:cNvSpPr txBox="1"/>
          <p:nvPr/>
        </p:nvSpPr>
        <p:spPr>
          <a:xfrm>
            <a:off x="6537960" y="2551837"/>
            <a:ext cx="46558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“Elbow Method” heuristic to determine the number of clusters in the set of distinct songs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 of explained variation against number of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chose 4 different clusters </a:t>
            </a:r>
          </a:p>
        </p:txBody>
      </p:sp>
    </p:spTree>
    <p:extLst>
      <p:ext uri="{BB962C8B-B14F-4D97-AF65-F5344CB8AC3E}">
        <p14:creationId xmlns:p14="http://schemas.microsoft.com/office/powerpoint/2010/main" val="121691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B712-6D6D-F111-8664-E16B4BF76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79257"/>
          </a:xfrm>
        </p:spPr>
        <p:txBody>
          <a:bodyPr/>
          <a:lstStyle/>
          <a:p>
            <a:r>
              <a:rPr lang="en-US" dirty="0"/>
              <a:t>Cluster 1: “Calm / Natural Instruments”</a:t>
            </a:r>
          </a:p>
        </p:txBody>
      </p:sp>
      <p:pic>
        <p:nvPicPr>
          <p:cNvPr id="8" name="Picture 7" descr="Chart, radar chart&#10;&#10;Description automatically generated">
            <a:extLst>
              <a:ext uri="{FF2B5EF4-FFF2-40B4-BE49-F238E27FC236}">
                <a16:creationId xmlns:a16="http://schemas.microsoft.com/office/drawing/2014/main" id="{E06042E7-526F-4CBA-D90E-A5B55CBCD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0640"/>
            <a:ext cx="6667500" cy="4762500"/>
          </a:xfrm>
          <a:prstGeom prst="rect">
            <a:avLst/>
          </a:prstGeom>
        </p:spPr>
      </p:pic>
      <p:pic>
        <p:nvPicPr>
          <p:cNvPr id="10" name="Picture 9" descr="A picture containing text, newspaper&#10;&#10;Description automatically generated">
            <a:extLst>
              <a:ext uri="{FF2B5EF4-FFF2-40B4-BE49-F238E27FC236}">
                <a16:creationId xmlns:a16="http://schemas.microsoft.com/office/drawing/2014/main" id="{958CAAB4-43CE-6BB8-0F56-BD89A3E61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4000"/>
            <a:ext cx="5715000" cy="381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0A49B7-9F0A-8684-1702-15B95ACC33AB}"/>
              </a:ext>
            </a:extLst>
          </p:cNvPr>
          <p:cNvSpPr txBox="1"/>
          <p:nvPr/>
        </p:nvSpPr>
        <p:spPr>
          <a:xfrm>
            <a:off x="76097" y="237311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= 4586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E2A8BD-E150-73B4-2734-B5646A073131}"/>
              </a:ext>
            </a:extLst>
          </p:cNvPr>
          <p:cNvSpPr txBox="1"/>
          <p:nvPr/>
        </p:nvSpPr>
        <p:spPr>
          <a:xfrm>
            <a:off x="784899" y="5753100"/>
            <a:ext cx="1945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Popular Examples: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829F40-42BF-521F-AC35-EEB299A77B6D}"/>
              </a:ext>
            </a:extLst>
          </p:cNvPr>
          <p:cNvSpPr txBox="1"/>
          <p:nvPr/>
        </p:nvSpPr>
        <p:spPr>
          <a:xfrm>
            <a:off x="3374080" y="5692140"/>
            <a:ext cx="22274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“Someone You Loved”</a:t>
            </a:r>
          </a:p>
          <a:p>
            <a:pPr algn="ctr"/>
            <a:r>
              <a:rPr lang="en-US" i="1" dirty="0"/>
              <a:t>Lewis Capaldi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05D788-76C0-9477-EAB5-B60B51E0017F}"/>
              </a:ext>
            </a:extLst>
          </p:cNvPr>
          <p:cNvSpPr txBox="1"/>
          <p:nvPr/>
        </p:nvSpPr>
        <p:spPr>
          <a:xfrm>
            <a:off x="6245197" y="5692140"/>
            <a:ext cx="20088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“lovely”</a:t>
            </a:r>
          </a:p>
          <a:p>
            <a:pPr algn="ctr"/>
            <a:r>
              <a:rPr lang="en-US" i="1" dirty="0"/>
              <a:t>Billie </a:t>
            </a:r>
            <a:r>
              <a:rPr lang="en-US" i="1" dirty="0" err="1"/>
              <a:t>Eilish</a:t>
            </a:r>
            <a:r>
              <a:rPr lang="en-US" i="1" dirty="0"/>
              <a:t> &amp; Khalid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302F50-3BDA-D0E4-F3C5-D0D65653EEB6}"/>
              </a:ext>
            </a:extLst>
          </p:cNvPr>
          <p:cNvSpPr txBox="1"/>
          <p:nvPr/>
        </p:nvSpPr>
        <p:spPr>
          <a:xfrm>
            <a:off x="8897793" y="5692140"/>
            <a:ext cx="24515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“When I Was Your Man”</a:t>
            </a:r>
          </a:p>
          <a:p>
            <a:pPr algn="ctr"/>
            <a:r>
              <a:rPr lang="en-US" i="1" dirty="0"/>
              <a:t>Bruno Mars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510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2CE3-AC31-58A5-F031-EB796CC8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5"/>
            <a:ext cx="11239500" cy="939801"/>
          </a:xfrm>
        </p:spPr>
        <p:txBody>
          <a:bodyPr>
            <a:normAutofit fontScale="90000"/>
          </a:bodyPr>
          <a:lstStyle/>
          <a:p>
            <a:r>
              <a:rPr lang="en-US" dirty="0"/>
              <a:t>Cluster 2: “Intense, More Electronic Instruments”</a:t>
            </a:r>
          </a:p>
        </p:txBody>
      </p:sp>
      <p:pic>
        <p:nvPicPr>
          <p:cNvPr id="4" name="Picture 3" descr="Chart, radar chart&#10;&#10;Description automatically generated">
            <a:extLst>
              <a:ext uri="{FF2B5EF4-FFF2-40B4-BE49-F238E27FC236}">
                <a16:creationId xmlns:a16="http://schemas.microsoft.com/office/drawing/2014/main" id="{931EFB7E-B341-BB04-0DA5-0F1A11C28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2080"/>
            <a:ext cx="6667500" cy="4762500"/>
          </a:xfrm>
          <a:prstGeom prst="rect">
            <a:avLst/>
          </a:prstGeom>
        </p:spPr>
      </p:pic>
      <p:pic>
        <p:nvPicPr>
          <p:cNvPr id="6" name="Picture 5" descr="Text&#10;&#10;Description automatically generated with low confidence">
            <a:extLst>
              <a:ext uri="{FF2B5EF4-FFF2-40B4-BE49-F238E27FC236}">
                <a16:creationId xmlns:a16="http://schemas.microsoft.com/office/drawing/2014/main" id="{111C0F73-9587-02B7-D640-D25D89E36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7150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4F8762-3335-1601-1B21-BCCB07524B5E}"/>
              </a:ext>
            </a:extLst>
          </p:cNvPr>
          <p:cNvSpPr txBox="1"/>
          <p:nvPr/>
        </p:nvSpPr>
        <p:spPr>
          <a:xfrm>
            <a:off x="59981" y="1811774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= 7987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12F45-B424-A89A-3118-37D49223A57E}"/>
              </a:ext>
            </a:extLst>
          </p:cNvPr>
          <p:cNvSpPr txBox="1"/>
          <p:nvPr/>
        </p:nvSpPr>
        <p:spPr>
          <a:xfrm>
            <a:off x="899199" y="5711904"/>
            <a:ext cx="1945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Popular Examples: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AEE214-9D01-405B-B8DC-8F514EC41F96}"/>
              </a:ext>
            </a:extLst>
          </p:cNvPr>
          <p:cNvSpPr txBox="1"/>
          <p:nvPr/>
        </p:nvSpPr>
        <p:spPr>
          <a:xfrm>
            <a:off x="3731813" y="5650944"/>
            <a:ext cx="17405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“Blinding Lights”</a:t>
            </a:r>
          </a:p>
          <a:p>
            <a:pPr algn="ctr"/>
            <a:r>
              <a:rPr lang="en-US" i="1" dirty="0"/>
              <a:t>The </a:t>
            </a:r>
            <a:r>
              <a:rPr lang="en-US" i="1" dirty="0" err="1"/>
              <a:t>Weeknd</a:t>
            </a:r>
            <a:endParaRPr lang="en-US" i="1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52EE8-D268-032D-E609-938E30BE7CB8}"/>
              </a:ext>
            </a:extLst>
          </p:cNvPr>
          <p:cNvSpPr txBox="1"/>
          <p:nvPr/>
        </p:nvSpPr>
        <p:spPr>
          <a:xfrm>
            <a:off x="6524222" y="5650944"/>
            <a:ext cx="16794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“Mockingbird”</a:t>
            </a:r>
          </a:p>
          <a:p>
            <a:pPr algn="ctr"/>
            <a:r>
              <a:rPr lang="en-US" i="1" dirty="0"/>
              <a:t>Eminem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FA1B2E-EFA8-D649-A0A7-5FB47EA04C85}"/>
              </a:ext>
            </a:extLst>
          </p:cNvPr>
          <p:cNvSpPr txBox="1"/>
          <p:nvPr/>
        </p:nvSpPr>
        <p:spPr>
          <a:xfrm>
            <a:off x="9175729" y="5650944"/>
            <a:ext cx="21242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“Sweater Weather”</a:t>
            </a:r>
          </a:p>
          <a:p>
            <a:pPr algn="ctr"/>
            <a:r>
              <a:rPr lang="en-US" i="1" dirty="0"/>
              <a:t>The Neighborhood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82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C75E-F0F0-367D-0785-A8C10B095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3315"/>
          </a:xfrm>
        </p:spPr>
        <p:txBody>
          <a:bodyPr/>
          <a:lstStyle/>
          <a:p>
            <a:r>
              <a:rPr lang="en-US" dirty="0"/>
              <a:t>Cluster 3: “Dance &amp; Electronic Music”</a:t>
            </a:r>
          </a:p>
        </p:txBody>
      </p:sp>
      <p:pic>
        <p:nvPicPr>
          <p:cNvPr id="4" name="Picture 3" descr="Chart, radar chart&#10;&#10;Description automatically generated">
            <a:extLst>
              <a:ext uri="{FF2B5EF4-FFF2-40B4-BE49-F238E27FC236}">
                <a16:creationId xmlns:a16="http://schemas.microsoft.com/office/drawing/2014/main" id="{A6E4BA5B-1C4A-C65E-9C76-2C4F25AAF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2080"/>
            <a:ext cx="6667500" cy="4762500"/>
          </a:xfrm>
          <a:prstGeom prst="rect">
            <a:avLst/>
          </a:prstGeom>
        </p:spPr>
      </p:pic>
      <p:pic>
        <p:nvPicPr>
          <p:cNvPr id="6" name="Picture 5" descr="A picture containing text, newspaper&#10;&#10;Description automatically generated">
            <a:extLst>
              <a:ext uri="{FF2B5EF4-FFF2-40B4-BE49-F238E27FC236}">
                <a16:creationId xmlns:a16="http://schemas.microsoft.com/office/drawing/2014/main" id="{8D93DB75-0F2C-E079-EB6A-DB297E17B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4000"/>
            <a:ext cx="57150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BE0DC6-42BD-55C0-5842-EF8BBECE1983}"/>
              </a:ext>
            </a:extLst>
          </p:cNvPr>
          <p:cNvSpPr txBox="1"/>
          <p:nvPr/>
        </p:nvSpPr>
        <p:spPr>
          <a:xfrm>
            <a:off x="0" y="1065252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= 10362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D23D8-612B-0237-3310-A1E9C41DDDDC}"/>
              </a:ext>
            </a:extLst>
          </p:cNvPr>
          <p:cNvSpPr txBox="1"/>
          <p:nvPr/>
        </p:nvSpPr>
        <p:spPr>
          <a:xfrm>
            <a:off x="670599" y="5763875"/>
            <a:ext cx="1945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Popular Examples: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298653-353B-F644-B37F-1808740C2FFD}"/>
              </a:ext>
            </a:extLst>
          </p:cNvPr>
          <p:cNvSpPr txBox="1"/>
          <p:nvPr/>
        </p:nvSpPr>
        <p:spPr>
          <a:xfrm>
            <a:off x="3462978" y="5702915"/>
            <a:ext cx="18210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“Save Your Tears”</a:t>
            </a:r>
          </a:p>
          <a:p>
            <a:pPr algn="ctr"/>
            <a:r>
              <a:rPr lang="en-US" i="1" dirty="0"/>
              <a:t>The </a:t>
            </a:r>
            <a:r>
              <a:rPr lang="en-US" i="1" dirty="0" err="1"/>
              <a:t>Weeknd</a:t>
            </a:r>
            <a:endParaRPr lang="en-US" i="1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B8A1F-67CE-09CB-F163-A60C3153939C}"/>
              </a:ext>
            </a:extLst>
          </p:cNvPr>
          <p:cNvSpPr txBox="1"/>
          <p:nvPr/>
        </p:nvSpPr>
        <p:spPr>
          <a:xfrm>
            <a:off x="6622980" y="5671542"/>
            <a:ext cx="17828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“Believer”</a:t>
            </a:r>
          </a:p>
          <a:p>
            <a:pPr algn="ctr"/>
            <a:r>
              <a:rPr lang="en-US" i="1" dirty="0"/>
              <a:t>Imagine Dragons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C996AE-C8B5-06C5-0E80-B93AADEF4E01}"/>
              </a:ext>
            </a:extLst>
          </p:cNvPr>
          <p:cNvSpPr txBox="1"/>
          <p:nvPr/>
        </p:nvSpPr>
        <p:spPr>
          <a:xfrm>
            <a:off x="9397219" y="5702915"/>
            <a:ext cx="12240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“Shivers”</a:t>
            </a:r>
          </a:p>
          <a:p>
            <a:pPr algn="ctr"/>
            <a:r>
              <a:rPr lang="en-US" i="1" dirty="0"/>
              <a:t>Ed Sheeran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039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D78B-596C-EFD7-A531-7087E901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367010" cy="913547"/>
          </a:xfrm>
        </p:spPr>
        <p:txBody>
          <a:bodyPr/>
          <a:lstStyle/>
          <a:p>
            <a:r>
              <a:rPr lang="en-US" dirty="0"/>
              <a:t>Cluster 4: “Upbeat / Natural Instruments”</a:t>
            </a:r>
          </a:p>
        </p:txBody>
      </p:sp>
      <p:pic>
        <p:nvPicPr>
          <p:cNvPr id="4" name="Picture 3" descr="Chart, radar chart&#10;&#10;Description automatically generated">
            <a:extLst>
              <a:ext uri="{FF2B5EF4-FFF2-40B4-BE49-F238E27FC236}">
                <a16:creationId xmlns:a16="http://schemas.microsoft.com/office/drawing/2014/main" id="{A0AEA13E-2A5D-0F71-CD53-E7B9C4EE2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7780"/>
            <a:ext cx="6667500" cy="4762500"/>
          </a:xfrm>
          <a:prstGeom prst="rect">
            <a:avLst/>
          </a:prstGeom>
        </p:spPr>
      </p:pic>
      <p:pic>
        <p:nvPicPr>
          <p:cNvPr id="6" name="Picture 5" descr="A picture containing text, newspaper&#10;&#10;Description automatically generated">
            <a:extLst>
              <a:ext uri="{FF2B5EF4-FFF2-40B4-BE49-F238E27FC236}">
                <a16:creationId xmlns:a16="http://schemas.microsoft.com/office/drawing/2014/main" id="{2820A2EB-4749-2BF5-237C-FC1FD4D27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4000"/>
            <a:ext cx="57150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E61BC2-42B0-615C-D862-57084B0D18D6}"/>
              </a:ext>
            </a:extLst>
          </p:cNvPr>
          <p:cNvSpPr txBox="1"/>
          <p:nvPr/>
        </p:nvSpPr>
        <p:spPr>
          <a:xfrm>
            <a:off x="182880" y="1690688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= 5547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999F42-177C-0436-B96D-73ADBE498CE7}"/>
              </a:ext>
            </a:extLst>
          </p:cNvPr>
          <p:cNvSpPr txBox="1"/>
          <p:nvPr/>
        </p:nvSpPr>
        <p:spPr>
          <a:xfrm>
            <a:off x="693459" y="5750183"/>
            <a:ext cx="1945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Popular Examples: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5783C-993B-BBE4-AABF-11C9C9C86E0D}"/>
              </a:ext>
            </a:extLst>
          </p:cNvPr>
          <p:cNvSpPr txBox="1"/>
          <p:nvPr/>
        </p:nvSpPr>
        <p:spPr>
          <a:xfrm>
            <a:off x="3977253" y="5689223"/>
            <a:ext cx="838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“Toto”</a:t>
            </a:r>
          </a:p>
          <a:p>
            <a:pPr algn="ctr"/>
            <a:r>
              <a:rPr lang="en-US" i="1" dirty="0"/>
              <a:t>Africa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BB8DA8-9EC2-A65D-1816-6A5635360DAD}"/>
              </a:ext>
            </a:extLst>
          </p:cNvPr>
          <p:cNvSpPr txBox="1"/>
          <p:nvPr/>
        </p:nvSpPr>
        <p:spPr>
          <a:xfrm>
            <a:off x="5820653" y="5657850"/>
            <a:ext cx="24182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“Every Breath You Take”</a:t>
            </a:r>
          </a:p>
          <a:p>
            <a:pPr algn="ctr"/>
            <a:r>
              <a:rPr lang="en-US" i="1" dirty="0"/>
              <a:t>The Police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191A3-7CCB-F873-0F56-97A576712395}"/>
              </a:ext>
            </a:extLst>
          </p:cNvPr>
          <p:cNvSpPr txBox="1"/>
          <p:nvPr/>
        </p:nvSpPr>
        <p:spPr>
          <a:xfrm>
            <a:off x="9244102" y="5689223"/>
            <a:ext cx="15760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“Shape of You”</a:t>
            </a:r>
          </a:p>
          <a:p>
            <a:pPr algn="ctr"/>
            <a:r>
              <a:rPr lang="en-US" i="1" dirty="0"/>
              <a:t>Ed Sheeran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546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F8AC-9480-8D85-5465-D821EAC7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Different Approaches to Predicting A Song’s Popularity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D400E-ADA7-397A-F5F7-9B0755102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76" y="1981531"/>
            <a:ext cx="5868424" cy="38137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A2BA5B-5250-B524-5018-D61B10E8C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72173"/>
            <a:ext cx="6096000" cy="39581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7F1003-676C-D904-29A9-19BD3CD2C507}"/>
              </a:ext>
            </a:extLst>
          </p:cNvPr>
          <p:cNvSpPr txBox="1"/>
          <p:nvPr/>
        </p:nvSpPr>
        <p:spPr>
          <a:xfrm>
            <a:off x="761098" y="5854825"/>
            <a:ext cx="480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Classify based on Spotify “Popularity” measure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68A491-CCC3-C6F1-DC21-5F6182D8AEC9}"/>
              </a:ext>
            </a:extLst>
          </p:cNvPr>
          <p:cNvSpPr txBox="1"/>
          <p:nvPr/>
        </p:nvSpPr>
        <p:spPr>
          <a:xfrm>
            <a:off x="6419023" y="5863533"/>
            <a:ext cx="5449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Overlap of top quartile of peak rank &amp; weeks on chart</a:t>
            </a:r>
          </a:p>
        </p:txBody>
      </p:sp>
    </p:spTree>
    <p:extLst>
      <p:ext uri="{BB962C8B-B14F-4D97-AF65-F5344CB8AC3E}">
        <p14:creationId xmlns:p14="http://schemas.microsoft.com/office/powerpoint/2010/main" val="487115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705C-F1E0-3920-339C-432445F1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a Song’s Current Popularity</a:t>
            </a:r>
          </a:p>
        </p:txBody>
      </p:sp>
      <p:pic>
        <p:nvPicPr>
          <p:cNvPr id="4" name="Picture 3" descr="Chart, treemap chart&#10;&#10;Description automatically generated">
            <a:extLst>
              <a:ext uri="{FF2B5EF4-FFF2-40B4-BE49-F238E27FC236}">
                <a16:creationId xmlns:a16="http://schemas.microsoft.com/office/drawing/2014/main" id="{0FD340CF-CB4F-F703-8412-BC1F32218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852172" cy="4389129"/>
          </a:xfrm>
          <a:prstGeom prst="rect">
            <a:avLst/>
          </a:prstGeom>
        </p:spPr>
      </p:pic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67B7F995-4230-A494-5DB3-40A784529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1690687"/>
            <a:ext cx="5852172" cy="43891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F83191-C3B5-F1AA-4F4C-7C0F4094DAE5}"/>
              </a:ext>
            </a:extLst>
          </p:cNvPr>
          <p:cNvSpPr txBox="1"/>
          <p:nvPr/>
        </p:nvSpPr>
        <p:spPr>
          <a:xfrm>
            <a:off x="3417570" y="4503420"/>
            <a:ext cx="1332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AUC = 0.746</a:t>
            </a:r>
          </a:p>
        </p:txBody>
      </p:sp>
    </p:spTree>
    <p:extLst>
      <p:ext uri="{BB962C8B-B14F-4D97-AF65-F5344CB8AC3E}">
        <p14:creationId xmlns:p14="http://schemas.microsoft.com/office/powerpoint/2010/main" val="1269540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76C3-DD01-6146-9CED-127DBDE5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28315"/>
          </a:xfrm>
        </p:spPr>
        <p:txBody>
          <a:bodyPr/>
          <a:lstStyle/>
          <a:p>
            <a:r>
              <a:rPr lang="en-US" dirty="0"/>
              <a:t>Predicting a Song’s Chart Performance*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B9433E0C-71E7-AF4D-2282-732CE9FDA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1440175"/>
            <a:ext cx="5852172" cy="4389129"/>
          </a:xfrm>
          <a:prstGeom prst="rect">
            <a:avLst/>
          </a:prstGeom>
        </p:spPr>
      </p:pic>
      <p:pic>
        <p:nvPicPr>
          <p:cNvPr id="6" name="Picture 5" descr="Chart, treemap chart&#10;&#10;Description automatically generated">
            <a:extLst>
              <a:ext uri="{FF2B5EF4-FFF2-40B4-BE49-F238E27FC236}">
                <a16:creationId xmlns:a16="http://schemas.microsoft.com/office/drawing/2014/main" id="{DAD700E0-C2AE-9FC0-07D5-F8637A331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65432"/>
            <a:ext cx="5852172" cy="43891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DD4352-4DC1-C7A1-A764-DF580400C863}"/>
              </a:ext>
            </a:extLst>
          </p:cNvPr>
          <p:cNvSpPr txBox="1"/>
          <p:nvPr/>
        </p:nvSpPr>
        <p:spPr>
          <a:xfrm>
            <a:off x="3463290" y="4183380"/>
            <a:ext cx="1332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AUC = 0.676</a:t>
            </a:r>
          </a:p>
        </p:txBody>
      </p:sp>
    </p:spTree>
    <p:extLst>
      <p:ext uri="{BB962C8B-B14F-4D97-AF65-F5344CB8AC3E}">
        <p14:creationId xmlns:p14="http://schemas.microsoft.com/office/powerpoint/2010/main" val="3239440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9850-6133-43F1-3A8C-88A7A76C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BBF4D-E591-BBDC-ABF8-2FA48F4F7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91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72641-C383-6A04-6559-BF695119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10C54-1F7D-18C7-FC8A-5C364D6F4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over time:</a:t>
            </a:r>
          </a:p>
          <a:p>
            <a:pPr lvl="1"/>
            <a:r>
              <a:rPr lang="en-US" dirty="0"/>
              <a:t>Increase in: </a:t>
            </a:r>
            <a:r>
              <a:rPr lang="en-US" b="1" dirty="0"/>
              <a:t>Danceability</a:t>
            </a:r>
            <a:r>
              <a:rPr lang="en-US" dirty="0"/>
              <a:t>, </a:t>
            </a:r>
            <a:r>
              <a:rPr lang="en-US" b="1" dirty="0"/>
              <a:t>Energy</a:t>
            </a:r>
            <a:r>
              <a:rPr lang="en-US" dirty="0"/>
              <a:t>, Loudness, </a:t>
            </a:r>
            <a:r>
              <a:rPr lang="en-US" b="1" dirty="0" err="1"/>
              <a:t>Speechiness</a:t>
            </a:r>
            <a:endParaRPr lang="en-US" b="1" dirty="0"/>
          </a:p>
          <a:p>
            <a:pPr lvl="1"/>
            <a:r>
              <a:rPr lang="en-US" dirty="0"/>
              <a:t>Decrease in: </a:t>
            </a:r>
            <a:r>
              <a:rPr lang="en-US" dirty="0" err="1"/>
              <a:t>Acousticness</a:t>
            </a:r>
            <a:r>
              <a:rPr lang="en-US" dirty="0"/>
              <a:t>, </a:t>
            </a:r>
            <a:r>
              <a:rPr lang="en-US" b="1" dirty="0"/>
              <a:t>Valence</a:t>
            </a:r>
            <a:r>
              <a:rPr lang="en-US" dirty="0"/>
              <a:t>, Duration (down 1:20 from 1990’s peak)</a:t>
            </a:r>
          </a:p>
          <a:p>
            <a:r>
              <a:rPr lang="en-US" dirty="0"/>
              <a:t>Some overlap between clusters 1,4 and 2,3</a:t>
            </a:r>
          </a:p>
          <a:p>
            <a:pPr lvl="1"/>
            <a:r>
              <a:rPr lang="en-US" dirty="0"/>
              <a:t>Different interpretations of elbow method</a:t>
            </a:r>
          </a:p>
          <a:p>
            <a:r>
              <a:rPr lang="en-US" dirty="0"/>
              <a:t>Predictions</a:t>
            </a:r>
          </a:p>
          <a:p>
            <a:pPr lvl="1"/>
            <a:r>
              <a:rPr lang="en-US" dirty="0"/>
              <a:t>Popularity: </a:t>
            </a:r>
          </a:p>
          <a:p>
            <a:pPr lvl="2"/>
            <a:r>
              <a:rPr lang="en-US" dirty="0"/>
              <a:t>Logistic model has good accuracy in both directions</a:t>
            </a:r>
          </a:p>
          <a:p>
            <a:pPr lvl="2"/>
            <a:r>
              <a:rPr lang="en-US" dirty="0"/>
              <a:t>Largest coefficients: </a:t>
            </a:r>
            <a:r>
              <a:rPr lang="en-US" b="1" dirty="0"/>
              <a:t>danceability</a:t>
            </a:r>
            <a:r>
              <a:rPr lang="en-US" dirty="0"/>
              <a:t>, </a:t>
            </a:r>
            <a:r>
              <a:rPr lang="en-US" b="1" dirty="0" err="1"/>
              <a:t>speechiness</a:t>
            </a:r>
            <a:r>
              <a:rPr lang="en-US" dirty="0"/>
              <a:t>, </a:t>
            </a:r>
            <a:r>
              <a:rPr lang="en-US" b="1" dirty="0"/>
              <a:t>valence</a:t>
            </a:r>
            <a:r>
              <a:rPr lang="en-US" dirty="0"/>
              <a:t>, </a:t>
            </a:r>
            <a:r>
              <a:rPr lang="en-US" b="1" dirty="0"/>
              <a:t>energy</a:t>
            </a:r>
          </a:p>
          <a:p>
            <a:pPr lvl="1"/>
            <a:r>
              <a:rPr lang="en-US" dirty="0"/>
              <a:t>Chart Performance: </a:t>
            </a:r>
          </a:p>
          <a:p>
            <a:pPr lvl="2"/>
            <a:r>
              <a:rPr lang="en-US" dirty="0"/>
              <a:t>Logistic model can predict with high accuracy if a song won’t be popular</a:t>
            </a:r>
          </a:p>
          <a:p>
            <a:pPr lvl="2"/>
            <a:r>
              <a:rPr lang="en-US" dirty="0"/>
              <a:t>Largest coefficients: </a:t>
            </a:r>
            <a:r>
              <a:rPr lang="en-US" b="1" dirty="0"/>
              <a:t>danceability</a:t>
            </a:r>
            <a:r>
              <a:rPr lang="en-US" dirty="0"/>
              <a:t>, </a:t>
            </a:r>
            <a:r>
              <a:rPr lang="en-US" b="1" dirty="0"/>
              <a:t>energy</a:t>
            </a:r>
            <a:r>
              <a:rPr lang="en-US" dirty="0"/>
              <a:t>, </a:t>
            </a:r>
            <a:r>
              <a:rPr lang="en-US" dirty="0" err="1"/>
              <a:t>acousticness</a:t>
            </a:r>
            <a:r>
              <a:rPr lang="en-US" dirty="0"/>
              <a:t>, </a:t>
            </a:r>
            <a:r>
              <a:rPr lang="en-US" b="1" dirty="0" err="1"/>
              <a:t>speechiness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727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50294-943E-31BA-2585-D148371FE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6606A-B1AF-D58E-BCC6-0C0961A6E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75863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64B15BD8-F3D7-CE50-5474-D93144C3A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28" y="1234435"/>
            <a:ext cx="5852172" cy="4389129"/>
          </a:xfrm>
          <a:prstGeom prst="rect">
            <a:avLst/>
          </a:prstGeom>
        </p:spPr>
      </p:pic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E62C87AF-BDD3-3BBE-C162-39DEDE4BF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56" y="1234434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458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6897</TotalTime>
  <Words>1085</Words>
  <Application>Microsoft Office PowerPoint</Application>
  <PresentationFormat>Widescreen</PresentationFormat>
  <Paragraphs>211</Paragraphs>
  <Slides>25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Retrospect</vt:lpstr>
      <vt:lpstr>Hit Songs: What Are They And How Have They Evolved?</vt:lpstr>
      <vt:lpstr>Data Sources</vt:lpstr>
      <vt:lpstr>Motivation &amp; Related Work</vt:lpstr>
      <vt:lpstr>Psychological/Neurological Importance</vt:lpstr>
      <vt:lpstr>Business Cases</vt:lpstr>
      <vt:lpstr>Methodology</vt:lpstr>
      <vt:lpstr>Overall Process</vt:lpstr>
      <vt:lpstr>Audio Features</vt:lpstr>
      <vt:lpstr>Audio Features</vt:lpstr>
      <vt:lpstr>Descriptive Statistics</vt:lpstr>
      <vt:lpstr>Results</vt:lpstr>
      <vt:lpstr>PowerPoint Presentation</vt:lpstr>
      <vt:lpstr>PowerPoint Presentation</vt:lpstr>
      <vt:lpstr>Characterizing Songs: K-Means Clustering</vt:lpstr>
      <vt:lpstr>Cluster 1: “Calm / Natural Instruments”</vt:lpstr>
      <vt:lpstr>Cluster 2: “Intense, More Electronic Instruments”</vt:lpstr>
      <vt:lpstr>Cluster 3: “Dance &amp; Electronic Music”</vt:lpstr>
      <vt:lpstr>Cluster 4: “Upbeat / Natural Instruments”</vt:lpstr>
      <vt:lpstr>2 Different Approaches to Predicting A Song’s Popularity</vt:lpstr>
      <vt:lpstr>Predicting a Song’s Current Popularity</vt:lpstr>
      <vt:lpstr>Predicting a Song’s Chart Performance*</vt:lpstr>
      <vt:lpstr>Observations</vt:lpstr>
      <vt:lpstr>Observations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Songs: What Are They And How Have They Evolved?</dc:title>
  <dc:creator>Dante Smith</dc:creator>
  <cp:lastModifiedBy>Dante Smith</cp:lastModifiedBy>
  <cp:revision>1</cp:revision>
  <dcterms:created xsi:type="dcterms:W3CDTF">2023-04-27T19:37:19Z</dcterms:created>
  <dcterms:modified xsi:type="dcterms:W3CDTF">2023-05-07T19:21:38Z</dcterms:modified>
</cp:coreProperties>
</file>